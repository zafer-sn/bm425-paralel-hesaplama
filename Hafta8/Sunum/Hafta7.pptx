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9"/>
  </p:notesMasterIdLst>
  <p:handoutMasterIdLst>
    <p:handoutMasterId r:id="rId10"/>
  </p:handoutMasterIdLst>
  <p:sldIdLst>
    <p:sldId id="257" r:id="rId2"/>
    <p:sldId id="259" r:id="rId3"/>
    <p:sldId id="260" r:id="rId4"/>
    <p:sldId id="261" r:id="rId5"/>
    <p:sldId id="262" r:id="rId6"/>
    <p:sldId id="263" r:id="rId7"/>
    <p:sldId id="271" r:id="rId8"/>
  </p:sldIdLst>
  <p:sldSz cx="12192000" cy="6858000"/>
  <p:notesSz cx="6858000" cy="9144000"/>
  <p:defaultTextStyle>
    <a:defPPr rtl="0">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89911" autoAdjust="0"/>
  </p:normalViewPr>
  <p:slideViewPr>
    <p:cSldViewPr snapToGrid="0">
      <p:cViewPr varScale="1">
        <p:scale>
          <a:sx n="87" d="100"/>
          <a:sy n="87" d="100"/>
        </p:scale>
        <p:origin x="389" y="58"/>
      </p:cViewPr>
      <p:guideLst>
        <p:guide orient="horz" pos="2160"/>
        <p:guide pos="3840"/>
        <p:guide pos="7296"/>
        <p:guide orient="horz" pos="4128"/>
      </p:guideLst>
    </p:cSldViewPr>
  </p:slideViewPr>
  <p:notesTextViewPr>
    <p:cViewPr>
      <p:scale>
        <a:sx n="3" d="2"/>
        <a:sy n="3" d="2"/>
      </p:scale>
      <p:origin x="0" y="0"/>
    </p:cViewPr>
  </p:notesTextViewPr>
  <p:notesViewPr>
    <p:cSldViewPr snapToGrid="0" showGuides="1">
      <p:cViewPr varScale="1">
        <p:scale>
          <a:sx n="93" d="100"/>
          <a:sy n="93" d="100"/>
        </p:scale>
        <p:origin x="2874"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1FC8FC1-A1A8-42CB-96AC-83684F0DF578}" type="datetime1">
              <a:rPr lang="tr-TR" smtClean="0"/>
              <a:t>24.11.2024</a:t>
            </a:fld>
            <a:endParaRPr lang="tr-TR" dirty="0"/>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4E50CC-F33A-4EF4-9F12-93EC4A21A0CF}" type="slidenum">
              <a:rPr lang="tr-TR" smtClean="0"/>
              <a:t>‹#›</a:t>
            </a:fld>
            <a:endParaRPr lang="tr-TR" dirty="0"/>
          </a:p>
        </p:txBody>
      </p:sp>
    </p:spTree>
    <p:extLst>
      <p:ext uri="{BB962C8B-B14F-4D97-AF65-F5344CB8AC3E}">
        <p14:creationId xmlns:p14="http://schemas.microsoft.com/office/powerpoint/2010/main" val="1323295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653A-FB33-4975-A611-5D53C5C337D6}" type="datetime1">
              <a:rPr lang="tr-TR" smtClean="0"/>
              <a:pPr/>
              <a:t>24.11.2024</a:t>
            </a:fld>
            <a:endParaRPr lang="tr-TR"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2674CE4-FBD8-4481-AEFB-CA53E599A745}" type="slidenum">
              <a:rPr lang="tr-TR" noProof="0" smtClean="0"/>
              <a:t>‹#›</a:t>
            </a:fld>
            <a:endParaRPr lang="tr-TR" noProof="0" dirty="0"/>
          </a:p>
        </p:txBody>
      </p:sp>
    </p:spTree>
    <p:extLst>
      <p:ext uri="{BB962C8B-B14F-4D97-AF65-F5344CB8AC3E}">
        <p14:creationId xmlns:p14="http://schemas.microsoft.com/office/powerpoint/2010/main" val="1273268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32674CE4-FBD8-4481-AEFB-CA53E599A745}" type="slidenum">
              <a:rPr lang="tr-TR" smtClean="0"/>
              <a:t>1</a:t>
            </a:fld>
            <a:endParaRPr lang="tr-TR" dirty="0"/>
          </a:p>
        </p:txBody>
      </p:sp>
    </p:spTree>
    <p:extLst>
      <p:ext uri="{BB962C8B-B14F-4D97-AF65-F5344CB8AC3E}">
        <p14:creationId xmlns:p14="http://schemas.microsoft.com/office/powerpoint/2010/main" val="2147974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a:t>
            </a:fld>
            <a:endParaRPr lang="tr-TR" dirty="0"/>
          </a:p>
        </p:txBody>
      </p:sp>
    </p:spTree>
    <p:extLst>
      <p:ext uri="{BB962C8B-B14F-4D97-AF65-F5344CB8AC3E}">
        <p14:creationId xmlns:p14="http://schemas.microsoft.com/office/powerpoint/2010/main" val="586658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9" name="Dikdörtgen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3" name="Dikdörtgen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4" name="Dikdörtgen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5" name="Dikdörtgen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6" name="Dikdörtgen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7" name="Dikdörtgen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0" name="Yuvarlatılmış Dikdörtgen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1" name="Yuvarlatılmış Dikdörtgen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7" name="Dikdörtgen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0" name="Dikdörtgen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1" name="Dikdörtgen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8" name="Başlık 7"/>
          <p:cNvSpPr>
            <a:spLocks noGrp="1"/>
          </p:cNvSpPr>
          <p:nvPr>
            <p:ph type="ctrTitle"/>
          </p:nvPr>
        </p:nvSpPr>
        <p:spPr>
          <a:xfrm>
            <a:off x="609600" y="2389009"/>
            <a:ext cx="11277600" cy="1470025"/>
          </a:xfrm>
        </p:spPr>
        <p:txBody>
          <a:bodyPr rtlCol="0" anchor="b"/>
          <a:lstStyle>
            <a:lvl1pPr>
              <a:defRPr sz="4400">
                <a:solidFill>
                  <a:schemeClr val="bg1"/>
                </a:solidFill>
              </a:defRPr>
            </a:lvl1pPr>
          </a:lstStyle>
          <a:p>
            <a:pPr rtl="0"/>
            <a:r>
              <a:rPr lang="tr-TR" noProof="0" smtClean="0"/>
              <a:t>Asıl başlık stili için tıklatın</a:t>
            </a:r>
            <a:endParaRPr lang="tr-TR" noProof="0" dirty="0"/>
          </a:p>
        </p:txBody>
      </p:sp>
      <p:sp>
        <p:nvSpPr>
          <p:cNvPr id="9" name="Alt Başlık 8"/>
          <p:cNvSpPr>
            <a:spLocks noGrp="1"/>
          </p:cNvSpPr>
          <p:nvPr>
            <p:ph type="subTitle" idx="1"/>
          </p:nvPr>
        </p:nvSpPr>
        <p:spPr>
          <a:xfrm>
            <a:off x="609600" y="3899938"/>
            <a:ext cx="6604000" cy="1752600"/>
          </a:xfrm>
        </p:spPr>
        <p:txBody>
          <a:bodyPr rtlCol="0"/>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tr-TR" noProof="0" smtClean="0"/>
              <a:t>Asıl alt başlık stilini düzenlemek için tıklayın</a:t>
            </a:r>
            <a:endParaRPr lang="tr-TR" noProof="0" dirty="0"/>
          </a:p>
        </p:txBody>
      </p:sp>
      <p:sp>
        <p:nvSpPr>
          <p:cNvPr id="17" name="Alt Bilgi Yer Tutucusu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tr-TR" noProof="0" dirty="0"/>
              <a:t>Alt bilgi ekleme</a:t>
            </a:r>
          </a:p>
        </p:txBody>
      </p:sp>
      <p:sp>
        <p:nvSpPr>
          <p:cNvPr id="28" name="Tarih Yer Tutucusu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fld id="{E8609038-EC1C-40A6-91EB-4A3D73CE9547}" type="datetime1">
              <a:rPr lang="tr-TR" smtClean="0"/>
              <a:pPr/>
              <a:t>24.11.2024</a:t>
            </a:fld>
            <a:endParaRPr lang="tr-TR" dirty="0"/>
          </a:p>
        </p:txBody>
      </p:sp>
      <p:sp>
        <p:nvSpPr>
          <p:cNvPr id="29" name="Slayt Numarası Yer Tutucusu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6011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idx="1"/>
          </p:nvPr>
        </p:nvSpPr>
        <p:spPr/>
        <p:txBody>
          <a:bodyPr rtlCol="0"/>
          <a:lstStyle>
            <a:lvl1pPr>
              <a:defRPr/>
            </a:lvl1pPr>
            <a:lvl5pPr>
              <a:defRPr/>
            </a:lvl5pPr>
            <a:lvl6pPr>
              <a:defRPr/>
            </a:lvl6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6610F96-FFD0-4BC1-86F0-D957A2A4B8C7}" type="datetime1">
              <a:rPr lang="tr-TR" smtClean="0"/>
              <a:pPr/>
              <a:t>24.11.2024</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59430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p:cNvSpPr>
            <a:spLocks noGrp="1"/>
          </p:cNvSpPr>
          <p:nvPr>
            <p:ph type="title"/>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tr-TR" noProof="0" smtClean="0"/>
              <a:t>Asıl başlık stili için tıklatın</a:t>
            </a:r>
            <a:endParaRPr kumimoji="0" lang="tr-TR" noProof="0" dirty="0"/>
          </a:p>
        </p:txBody>
      </p:sp>
      <p:sp>
        <p:nvSpPr>
          <p:cNvPr id="3" name="Metin Yer Tutucusu 2"/>
          <p:cNvSpPr>
            <a:spLocks noGrp="1"/>
          </p:cNvSpPr>
          <p:nvPr>
            <p:ph type="body" idx="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tr-TR" noProof="0" smtClean="0"/>
              <a:t>Asıl metin stillerini düzenle</a:t>
            </a:r>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FF56EF26-BBDF-4885-BB66-53FDFCADA69E}" type="datetime1">
              <a:rPr lang="tr-TR" smtClean="0"/>
              <a:pPr/>
              <a:t>24.11.2024</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70512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sz="half" idx="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4" name="İçerik Yer Tutucusu 3"/>
          <p:cNvSpPr>
            <a:spLocks noGrp="1"/>
          </p:cNvSpPr>
          <p:nvPr>
            <p:ph sz="half" idx="2"/>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A84B813B-74D5-4B4F-94CB-6CD8395E9845}" type="datetime1">
              <a:rPr lang="tr-TR" smtClean="0"/>
              <a:pPr/>
              <a:t>24.11.2024</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4644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508000" y="1143000"/>
            <a:ext cx="11176000" cy="1069848"/>
          </a:xfrm>
        </p:spPr>
        <p:txBody>
          <a:bodyPr rtlCol="0" anchor="ctr"/>
          <a:lstStyle>
            <a:lvl1pPr>
              <a:defRPr sz="4000" b="0" i="0" cap="none" baseline="0"/>
            </a:lvl1pPr>
          </a:lstStyle>
          <a:p>
            <a:pPr rtl="0"/>
            <a:r>
              <a:rPr lang="tr-TR" noProof="0" smtClean="0"/>
              <a:t>Asıl başlık stili için tıklatın</a:t>
            </a:r>
            <a:endParaRPr lang="tr-TR" noProof="0" dirty="0"/>
          </a:p>
        </p:txBody>
      </p:sp>
      <p:sp>
        <p:nvSpPr>
          <p:cNvPr id="3" name="Metin Yer Tutucusu 2"/>
          <p:cNvSpPr>
            <a:spLocks noGrp="1"/>
          </p:cNvSpPr>
          <p:nvPr>
            <p:ph type="body" idx="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p>
        </p:txBody>
      </p:sp>
      <p:sp>
        <p:nvSpPr>
          <p:cNvPr id="5" name="İçerik Yer Tutucusu 4"/>
          <p:cNvSpPr>
            <a:spLocks noGrp="1"/>
          </p:cNvSpPr>
          <p:nvPr>
            <p:ph sz="quarter" idx="2"/>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4" name="Metin Yer Tutucusu 3"/>
          <p:cNvSpPr>
            <a:spLocks noGrp="1"/>
          </p:cNvSpPr>
          <p:nvPr>
            <p:ph type="body" sz="half" idx="3"/>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p>
        </p:txBody>
      </p:sp>
      <p:sp>
        <p:nvSpPr>
          <p:cNvPr id="6" name="İçerik Yer Tutucusu 5"/>
          <p:cNvSpPr>
            <a:spLocks noGrp="1"/>
          </p:cNvSpPr>
          <p:nvPr>
            <p:ph sz="quarter" idx="4"/>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28" name="Alt Bilgi Yer Tutucusu 27"/>
          <p:cNvSpPr>
            <a:spLocks noGrp="1"/>
          </p:cNvSpPr>
          <p:nvPr>
            <p:ph type="ftr" sz="quarter" idx="12"/>
          </p:nvPr>
        </p:nvSpPr>
        <p:spPr/>
        <p:txBody>
          <a:bodyPr rtlCol="0"/>
          <a:lstStyle/>
          <a:p>
            <a:pPr rtl="0"/>
            <a:r>
              <a:rPr lang="tr-TR" noProof="0" dirty="0"/>
              <a:t>Alt bilgi ekleme</a:t>
            </a:r>
          </a:p>
        </p:txBody>
      </p:sp>
      <p:sp>
        <p:nvSpPr>
          <p:cNvPr id="26" name="Tarih Yer Tutucusu 25"/>
          <p:cNvSpPr>
            <a:spLocks noGrp="1"/>
          </p:cNvSpPr>
          <p:nvPr>
            <p:ph type="dt" sz="half" idx="10"/>
          </p:nvPr>
        </p:nvSpPr>
        <p:spPr/>
        <p:txBody>
          <a:bodyPr rtlCol="0"/>
          <a:lstStyle>
            <a:lvl1pPr>
              <a:defRPr/>
            </a:lvl1pPr>
          </a:lstStyle>
          <a:p>
            <a:fld id="{B72EC71D-25AD-4A7C-AB6C-E63D5EDA9366}" type="datetime1">
              <a:rPr lang="tr-TR" smtClean="0"/>
              <a:pPr/>
              <a:t>24.11.2024</a:t>
            </a:fld>
            <a:endParaRPr lang="tr-TR" dirty="0"/>
          </a:p>
        </p:txBody>
      </p:sp>
      <p:sp>
        <p:nvSpPr>
          <p:cNvPr id="27" name="Slayt Numarası Yer Tutucusu 26"/>
          <p:cNvSpPr>
            <a:spLocks noGrp="1"/>
          </p:cNvSpPr>
          <p:nvPr>
            <p:ph type="sldNum" sz="quarter" idx="11"/>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7071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a:xfrm>
            <a:off x="609600" y="1143000"/>
            <a:ext cx="10972800" cy="1069848"/>
          </a:xfrm>
        </p:spPr>
        <p:txBody>
          <a:bodyPr rtlCol="0" anchor="ctr"/>
          <a:lstStyle>
            <a:lvl1pPr>
              <a:defRPr sz="4000">
                <a:solidFill>
                  <a:schemeClr val="tx2"/>
                </a:solidFill>
              </a:defRPr>
            </a:lvl1pPr>
          </a:lstStyle>
          <a:p>
            <a:pPr rtl="0"/>
            <a:r>
              <a:rPr lang="tr-TR" noProof="0" smtClean="0"/>
              <a:t>Asıl başlık stili için tıklatın</a:t>
            </a:r>
            <a:endParaRPr lang="tr-TR" noProof="0" dirty="0"/>
          </a:p>
        </p:txBody>
      </p:sp>
      <p:sp>
        <p:nvSpPr>
          <p:cNvPr id="4" name="Alt Bilgi Yer Tutucusu 3"/>
          <p:cNvSpPr>
            <a:spLocks noGrp="1"/>
          </p:cNvSpPr>
          <p:nvPr>
            <p:ph type="ftr" sz="quarter" idx="11"/>
          </p:nvPr>
        </p:nvSpPr>
        <p:spPr>
          <a:xfrm>
            <a:off x="7010400" y="612648"/>
            <a:ext cx="1767840" cy="457200"/>
          </a:xfrm>
        </p:spPr>
        <p:txBody>
          <a:bodyPr rtlCol="0"/>
          <a:lstStyle/>
          <a:p>
            <a:pPr rtl="0"/>
            <a:r>
              <a:rPr lang="tr-TR" noProof="0" dirty="0"/>
              <a:t>Alt bilgi ekleme</a:t>
            </a:r>
          </a:p>
        </p:txBody>
      </p:sp>
      <p:sp>
        <p:nvSpPr>
          <p:cNvPr id="3" name="Tarih Yer Tutucusu 2"/>
          <p:cNvSpPr>
            <a:spLocks noGrp="1"/>
          </p:cNvSpPr>
          <p:nvPr>
            <p:ph type="dt" sz="half" idx="10"/>
          </p:nvPr>
        </p:nvSpPr>
        <p:spPr>
          <a:xfrm>
            <a:off x="8778240" y="612648"/>
            <a:ext cx="1276352" cy="457200"/>
          </a:xfrm>
        </p:spPr>
        <p:txBody>
          <a:bodyPr rtlCol="0"/>
          <a:lstStyle>
            <a:lvl1pPr>
              <a:defRPr/>
            </a:lvl1pPr>
          </a:lstStyle>
          <a:p>
            <a:fld id="{851036E3-487C-41B5-92E9-47E0F0B9591B}" type="datetime1">
              <a:rPr lang="tr-TR" smtClean="0"/>
              <a:pPr/>
              <a:t>24.11.2024</a:t>
            </a:fld>
            <a:endParaRPr lang="tr-TR" dirty="0"/>
          </a:p>
        </p:txBody>
      </p:sp>
      <p:sp>
        <p:nvSpPr>
          <p:cNvPr id="5" name="Slayt Numarası Yer Tutucusu 4"/>
          <p:cNvSpPr>
            <a:spLocks noGrp="1"/>
          </p:cNvSpPr>
          <p:nvPr>
            <p:ph type="sldNum" sz="quarter" idx="12"/>
          </p:nvPr>
        </p:nvSpPr>
        <p:spPr>
          <a:xfrm>
            <a:off x="10899648" y="2272"/>
            <a:ext cx="1016000" cy="365760"/>
          </a:xfrm>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82195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3" name="Alt Bilgi Yer Tutucusu 2"/>
          <p:cNvSpPr>
            <a:spLocks noGrp="1"/>
          </p:cNvSpPr>
          <p:nvPr>
            <p:ph type="ftr" sz="quarter" idx="11"/>
          </p:nvPr>
        </p:nvSpPr>
        <p:spPr/>
        <p:txBody>
          <a:bodyPr rtlCol="0"/>
          <a:lstStyle/>
          <a:p>
            <a:pPr rtl="0"/>
            <a:r>
              <a:rPr lang="tr-TR" noProof="0" dirty="0"/>
              <a:t>Alt bilgi ekleme</a:t>
            </a:r>
          </a:p>
        </p:txBody>
      </p:sp>
      <p:sp>
        <p:nvSpPr>
          <p:cNvPr id="2" name="Tarih Yer Tutucusu 1"/>
          <p:cNvSpPr>
            <a:spLocks noGrp="1"/>
          </p:cNvSpPr>
          <p:nvPr>
            <p:ph type="dt" sz="half" idx="10"/>
          </p:nvPr>
        </p:nvSpPr>
        <p:spPr/>
        <p:txBody>
          <a:bodyPr rtlCol="0"/>
          <a:lstStyle>
            <a:lvl1pPr>
              <a:defRPr/>
            </a:lvl1pPr>
          </a:lstStyle>
          <a:p>
            <a:fld id="{E7730CD3-31CA-47BB-8FC4-9AA93086A77D}" type="datetime1">
              <a:rPr lang="tr-TR" smtClean="0"/>
              <a:pPr/>
              <a:t>24.11.2024</a:t>
            </a:fld>
            <a:endParaRPr lang="tr-TR" dirty="0"/>
          </a:p>
        </p:txBody>
      </p:sp>
      <p:sp>
        <p:nvSpPr>
          <p:cNvPr id="4" name="Slayt Numarası Yer Tutucusu 3"/>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13569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tr-TR" noProof="0" dirty="0"/>
              <a:t>Asıl başlık stilini düzenle</a:t>
            </a:r>
          </a:p>
        </p:txBody>
      </p:sp>
      <p:sp>
        <p:nvSpPr>
          <p:cNvPr id="4" name="İçerik Yer Tutucusu 3"/>
          <p:cNvSpPr>
            <a:spLocks noGrp="1"/>
          </p:cNvSpPr>
          <p:nvPr>
            <p:ph sz="half" idx="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3" name="Metin Yer Tutucusu 2"/>
          <p:cNvSpPr>
            <a:spLocks noGrp="1"/>
          </p:cNvSpPr>
          <p:nvPr>
            <p:ph type="body" idx="2"/>
          </p:nvPr>
        </p:nvSpPr>
        <p:spPr>
          <a:xfrm>
            <a:off x="7137995" y="2010727"/>
            <a:ext cx="4511040" cy="4580573"/>
          </a:xfrm>
        </p:spPr>
        <p:txBody>
          <a:bodyPr rtlCol="0"/>
          <a:lstStyle>
            <a:lvl1pPr marL="9144" indent="0">
              <a:buNone/>
              <a:defRPr sz="1400"/>
            </a:lvl1pPr>
            <a:lvl2pPr>
              <a:buNone/>
              <a:defRPr sz="1200"/>
            </a:lvl2pPr>
            <a:lvl3pPr>
              <a:buNone/>
              <a:defRPr sz="1000"/>
            </a:lvl3pPr>
            <a:lvl4pPr>
              <a:buNone/>
              <a:defRPr sz="900"/>
            </a:lvl4pPr>
            <a:lvl5pPr>
              <a:buNone/>
              <a:defRPr sz="900"/>
            </a:lvl5pPr>
          </a:lstStyle>
          <a:p>
            <a:pPr lvl="0" rtl="0" eaLnBrk="1" latinLnBrk="0" hangingPunct="1"/>
            <a:r>
              <a:rPr lang="tr-TR" noProof="0" smtClean="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90C5B609-EC73-4CF8-A564-D90D0E54FA36}" type="datetime1">
              <a:rPr lang="tr-TR" smtClean="0"/>
              <a:pPr/>
              <a:t>24.11.2024</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49868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7253913" y="1109161"/>
            <a:ext cx="782404" cy="4681637"/>
          </a:xfrm>
        </p:spPr>
        <p:txBody>
          <a:bodyPr vert="vert270" lIns="45720" tIns="0" rIns="45720" rtlCol="0" anchor="t"/>
          <a:lstStyle>
            <a:lvl1pPr algn="ctr">
              <a:buNone/>
              <a:defRPr sz="2000" b="1"/>
            </a:lvl1pPr>
          </a:lstStyle>
          <a:p>
            <a:pPr rtl="0"/>
            <a:r>
              <a:rPr lang="tr-TR" noProof="0" smtClean="0"/>
              <a:t>Asıl başlık stili için tıklatın</a:t>
            </a:r>
            <a:endParaRPr lang="tr-TR" noProof="0" dirty="0"/>
          </a:p>
        </p:txBody>
      </p:sp>
      <p:sp>
        <p:nvSpPr>
          <p:cNvPr id="3" name="Resim Yer Tutucusu 2" descr="Resim eklemek için boş yer tutucu. Yer tutucuya tıklayın ve eklemek istediğiniz resmi seçin"/>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tr-TR" noProof="0" smtClean="0"/>
              <a:t>Resim eklemek için simgeyi tıklatın</a:t>
            </a:r>
            <a:endParaRPr kumimoji="0" lang="tr-TR" noProof="0" dirty="0"/>
          </a:p>
        </p:txBody>
      </p:sp>
      <p:sp>
        <p:nvSpPr>
          <p:cNvPr id="4" name="Metin Yer Tutucusu 3"/>
          <p:cNvSpPr>
            <a:spLocks noGrp="1"/>
          </p:cNvSpPr>
          <p:nvPr>
            <p:ph type="body" sz="half" idx="2"/>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tr-TR" noProof="0" smtClean="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D85D7756-B745-4648-9348-5BA7D8FC560E}" type="datetime1">
              <a:rPr lang="tr-TR" smtClean="0"/>
              <a:pPr/>
              <a:t>24.11.2024</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88361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smtClean="0"/>
              <a:t>Asıl başlık stili için tıklatın</a:t>
            </a:r>
            <a:endParaRPr lang="tr-TR" noProof="0" dirty="0"/>
          </a:p>
        </p:txBody>
      </p:sp>
      <p:sp>
        <p:nvSpPr>
          <p:cNvPr id="3" name="Dikey Metin Yer Tutucusu 2"/>
          <p:cNvSpPr>
            <a:spLocks noGrp="1"/>
          </p:cNvSpPr>
          <p:nvPr>
            <p:ph type="body" orient="vert" idx="1"/>
          </p:nvPr>
        </p:nvSpPr>
        <p:spPr/>
        <p:txBody>
          <a:bodyPr vert="eaVert" rtlCol="0"/>
          <a:lstStyle>
            <a:lvl1pPr>
              <a:defRPr/>
            </a:lvl1pPr>
            <a:lvl5pPr>
              <a:defRPr/>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43DEEBB-C631-4BE4-9EB9-151005B5892D}" type="datetime1">
              <a:rPr lang="tr-TR" smtClean="0"/>
              <a:pPr/>
              <a:t>24.11.2024</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6784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hasCustomPrompt="1"/>
          </p:nvPr>
        </p:nvSpPr>
        <p:spPr>
          <a:xfrm>
            <a:off x="9042400" y="1143000"/>
            <a:ext cx="2540000" cy="5448300"/>
          </a:xfrm>
        </p:spPr>
        <p:txBody>
          <a:bodyPr vert="eaVert" rtlCol="0"/>
          <a:lstStyle>
            <a:lvl1pPr>
              <a:defRPr/>
            </a:lvl1pPr>
          </a:lstStyle>
          <a:p>
            <a:pPr rtl="0"/>
            <a:r>
              <a:rPr lang="tr-TR" noProof="0" dirty="0"/>
              <a:t>Asıl başlık stilini düzenle</a:t>
            </a:r>
          </a:p>
        </p:txBody>
      </p:sp>
      <p:sp>
        <p:nvSpPr>
          <p:cNvPr id="3" name="Dikey Metin Yer Tutucusu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tr-TR" noProof="0" dirty="0"/>
              <a:t>Asıl metin stillerini düzenlemek için tıklayın</a:t>
            </a:r>
          </a:p>
          <a:p>
            <a:pPr lvl="1" rtl="0" eaLnBrk="1" latinLnBrk="0" hangingPunct="1"/>
            <a:r>
              <a:rPr lang="tr-TR" noProof="0" dirty="0"/>
              <a:t>İkinci düzey</a:t>
            </a:r>
          </a:p>
          <a:p>
            <a:pPr lvl="2" rtl="0" eaLnBrk="1" latinLnBrk="0" hangingPunct="1"/>
            <a:r>
              <a:rPr lang="tr-TR" noProof="0" dirty="0"/>
              <a:t>Üçüncü düzey</a:t>
            </a:r>
          </a:p>
          <a:p>
            <a:pPr lvl="3" rtl="0" eaLnBrk="1" latinLnBrk="0" hangingPunct="1"/>
            <a:r>
              <a:rPr lang="tr-TR" noProof="0" dirty="0"/>
              <a:t>Dördüncü düzey</a:t>
            </a:r>
          </a:p>
          <a:p>
            <a:pPr lvl="4" rtl="0" eaLnBrk="1" latinLnBrk="0" hangingPunct="1"/>
            <a:r>
              <a:rPr lang="tr-TR" noProof="0" dirty="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C76B82DB-6D5C-486A-98D3-E008B7673553}" type="datetime1">
              <a:rPr lang="tr-TR" smtClean="0"/>
              <a:pPr/>
              <a:t>24.11.2024</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97808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Dikdörtgen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9" name="Dikdörtgen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0" name="Dikdörtgen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1" name="Dikdörtgen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2" name="Dikdörtgen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3" name="Yuvarlatılmış Dikdörtgen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4" name="Yuvarlatılmış Dikdörtgen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5" name="Dikdörtgen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6" name="Dikdörtgen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7" name="Dikdörtgen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8" name="Dikdörtgen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9" name="Dikdörtgen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40" name="Dikdörtgen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2" name="Başlık Yer Tutucusu 21"/>
          <p:cNvSpPr>
            <a:spLocks noGrp="1"/>
          </p:cNvSpPr>
          <p:nvPr>
            <p:ph type="title"/>
          </p:nvPr>
        </p:nvSpPr>
        <p:spPr>
          <a:xfrm>
            <a:off x="609600" y="1143000"/>
            <a:ext cx="10972800" cy="1066800"/>
          </a:xfrm>
          <a:prstGeom prst="rect">
            <a:avLst/>
          </a:prstGeom>
        </p:spPr>
        <p:txBody>
          <a:bodyPr vert="horz" rtlCol="0" anchor="ctr">
            <a:normAutofit/>
          </a:bodyPr>
          <a:lstStyle/>
          <a:p>
            <a:pPr rtl="0"/>
            <a:r>
              <a:rPr lang="tr-TR" noProof="0" dirty="0"/>
              <a:t>Asıl başlık stilini düzenlemek için tıklayın</a:t>
            </a:r>
          </a:p>
        </p:txBody>
      </p:sp>
      <p:sp>
        <p:nvSpPr>
          <p:cNvPr id="13" name="Metin Yer Tutucusu 12"/>
          <p:cNvSpPr>
            <a:spLocks noGrp="1"/>
          </p:cNvSpPr>
          <p:nvPr>
            <p:ph type="body" idx="1"/>
          </p:nvPr>
        </p:nvSpPr>
        <p:spPr>
          <a:xfrm>
            <a:off x="609600" y="2249424"/>
            <a:ext cx="10972800" cy="4325112"/>
          </a:xfrm>
          <a:prstGeom prst="rect">
            <a:avLst/>
          </a:prstGeom>
        </p:spPr>
        <p:txBody>
          <a:bodyPr vert="horz" rtlCol="0">
            <a:normAutofit/>
          </a:bodyPr>
          <a:lstStyle/>
          <a:p>
            <a:pPr lvl="0" rtl="0"/>
            <a:r>
              <a:rPr lang="tr-TR" noProof="0" dirty="0"/>
              <a:t>Asıl metin stillerini düzenle</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3" name="Alt Bilgi Yer Tutucusu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tr-TR" noProof="0" dirty="0"/>
              <a:t>Alt bilgi ekleme</a:t>
            </a:r>
          </a:p>
        </p:txBody>
      </p:sp>
      <p:sp>
        <p:nvSpPr>
          <p:cNvPr id="14" name="Tarih Yer Tutucusu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fld id="{8A9E5AA4-4083-47B0-96D9-3464BE7D917D}" type="datetime1">
              <a:rPr lang="tr-TR" smtClean="0"/>
              <a:pPr/>
              <a:t>24.11.2024</a:t>
            </a:fld>
            <a:endParaRPr lang="tr-TR" dirty="0"/>
          </a:p>
        </p:txBody>
      </p:sp>
      <p:sp>
        <p:nvSpPr>
          <p:cNvPr id="23" name="Slayt Numarası Yer Tutucusu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1321717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lumMod val="75000"/>
          </a:schemeClr>
        </a:buClr>
        <a:buFont typeface="Georgia"/>
        <a:buChar char="•"/>
        <a:defRPr kumimoji="0" sz="2800" kern="1200">
          <a:solidFill>
            <a:schemeClr val="tx2"/>
          </a:solidFill>
          <a:latin typeface="+mn-lt"/>
          <a:ea typeface="+mn-ea"/>
          <a:cs typeface="+mn-cs"/>
        </a:defRPr>
      </a:lvl1pPr>
      <a:lvl2pPr marL="658368" indent="-246888" algn="l" rtl="0" eaLnBrk="1" latinLnBrk="0" hangingPunct="1">
        <a:spcBef>
          <a:spcPts val="300"/>
        </a:spcBef>
        <a:buClr>
          <a:schemeClr val="accent2">
            <a:lumMod val="75000"/>
          </a:schemeClr>
        </a:buClr>
        <a:buFont typeface="Georgia"/>
        <a:buChar char="▫"/>
        <a:defRPr kumimoji="0" sz="2600" kern="1200">
          <a:solidFill>
            <a:schemeClr val="tx2"/>
          </a:solidFill>
          <a:latin typeface="+mn-lt"/>
          <a:ea typeface="+mn-ea"/>
          <a:cs typeface="+mn-cs"/>
        </a:defRPr>
      </a:lvl2pPr>
      <a:lvl3pPr marL="923544" indent="-219456"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576" indent="-201168"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89888"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344"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29968"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orient="horz" pos="415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rtl="0"/>
            <a:r>
              <a:rPr lang="tr-TR" dirty="0" smtClean="0"/>
              <a:t>Paralel Hesaplama</a:t>
            </a:r>
            <a:endParaRPr lang="tr-TR" dirty="0"/>
          </a:p>
        </p:txBody>
      </p:sp>
      <p:sp>
        <p:nvSpPr>
          <p:cNvPr id="3" name="Alt Başlık 2"/>
          <p:cNvSpPr>
            <a:spLocks noGrp="1"/>
          </p:cNvSpPr>
          <p:nvPr>
            <p:ph type="subTitle" idx="1"/>
          </p:nvPr>
        </p:nvSpPr>
        <p:spPr/>
        <p:txBody>
          <a:bodyPr rtlCol="0"/>
          <a:lstStyle/>
          <a:p>
            <a:pPr rtl="0"/>
            <a:r>
              <a:rPr lang="tr-TR" dirty="0" err="1" smtClean="0"/>
              <a:t>Öğr</a:t>
            </a:r>
            <a:r>
              <a:rPr lang="tr-TR" dirty="0" smtClean="0"/>
              <a:t>. Gör. Zafer SERİN</a:t>
            </a:r>
            <a:endParaRPr lang="tr-TR" dirty="0"/>
          </a:p>
        </p:txBody>
      </p:sp>
    </p:spTree>
    <p:extLst>
      <p:ext uri="{BB962C8B-B14F-4D97-AF65-F5344CB8AC3E}">
        <p14:creationId xmlns:p14="http://schemas.microsoft.com/office/powerpoint/2010/main" val="706305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NEDEN SENKRONİZASYONA İHTİYACIMIZ VAR?</a:t>
            </a:r>
            <a:endParaRPr lang="tr-TR" dirty="0"/>
          </a:p>
        </p:txBody>
      </p:sp>
      <p:sp>
        <p:nvSpPr>
          <p:cNvPr id="3" name="İçerik Yer Tutucusu 2"/>
          <p:cNvSpPr>
            <a:spLocks noGrp="1"/>
          </p:cNvSpPr>
          <p:nvPr>
            <p:ph idx="1"/>
          </p:nvPr>
        </p:nvSpPr>
        <p:spPr/>
        <p:txBody>
          <a:bodyPr rtlCol="0"/>
          <a:lstStyle/>
          <a:p>
            <a:pPr algn="just"/>
            <a:r>
              <a:rPr lang="tr-TR" dirty="0"/>
              <a:t>Bir örnek ile anlatmak gerekirse Kazanan ve Harcayan isminde 2 kişi olduğunu düşünelim.</a:t>
            </a:r>
          </a:p>
          <a:p>
            <a:pPr algn="just"/>
            <a:r>
              <a:rPr lang="tr-TR" dirty="0"/>
              <a:t>Kazanan kişi 10 TL kazanmakta ve Harcayan kişi 10 TL harcamakta olsun</a:t>
            </a:r>
          </a:p>
          <a:p>
            <a:pPr algn="just"/>
            <a:r>
              <a:rPr lang="tr-TR" dirty="0"/>
              <a:t>Kazanan ve Harcayanın ortak bir banka hesabında başlangıç için 100 TL paraları olsun.</a:t>
            </a:r>
          </a:p>
          <a:p>
            <a:pPr algn="just"/>
            <a:r>
              <a:rPr lang="tr-TR" dirty="0"/>
              <a:t>Bu durumda Kazanan kişi banka hesabında ki 100 TL değerini okur ve 10 TL kazandığı zaman ilgili banka hesabına 110 TL olarak yeni değeri yazar.</a:t>
            </a:r>
          </a:p>
          <a:p>
            <a:pPr algn="just"/>
            <a:r>
              <a:rPr lang="tr-TR" dirty="0"/>
              <a:t>Harcayan kişi ise banka hesabındaki yeni 110 TL değerini okur ve 10 TL harcadığı zaman ilgili banka hesabına 100 TL olarak yeni değeri yazar</a:t>
            </a:r>
            <a:r>
              <a:rPr lang="tr-TR" dirty="0" smtClean="0"/>
              <a:t>.</a:t>
            </a:r>
            <a:endParaRPr lang="tr-TR" dirty="0"/>
          </a:p>
        </p:txBody>
      </p:sp>
    </p:spTree>
    <p:extLst>
      <p:ext uri="{BB962C8B-B14F-4D97-AF65-F5344CB8AC3E}">
        <p14:creationId xmlns:p14="http://schemas.microsoft.com/office/powerpoint/2010/main" val="2842548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NEDEN SENKRONİZASYONA İHTİYACIMIZ VAR?</a:t>
            </a:r>
            <a:endParaRPr lang="tr-TR" dirty="0"/>
          </a:p>
        </p:txBody>
      </p:sp>
      <p:sp>
        <p:nvSpPr>
          <p:cNvPr id="3" name="İçerik Yer Tutucusu 2"/>
          <p:cNvSpPr>
            <a:spLocks noGrp="1"/>
          </p:cNvSpPr>
          <p:nvPr>
            <p:ph idx="1"/>
          </p:nvPr>
        </p:nvSpPr>
        <p:spPr/>
        <p:txBody>
          <a:bodyPr/>
          <a:lstStyle/>
          <a:p>
            <a:pPr algn="just"/>
            <a:r>
              <a:rPr lang="tr-TR" dirty="0" smtClean="0"/>
              <a:t>Banka hesabındaki değerin </a:t>
            </a:r>
            <a:r>
              <a:rPr lang="tr-TR" u="sng" dirty="0" smtClean="0"/>
              <a:t>sırayla okunması paralel değil seri hesaplamaya</a:t>
            </a:r>
            <a:r>
              <a:rPr lang="tr-TR" dirty="0" smtClean="0"/>
              <a:t> bir örnek olarak verilir.</a:t>
            </a:r>
          </a:p>
          <a:p>
            <a:pPr algn="just"/>
            <a:r>
              <a:rPr lang="tr-TR" dirty="0" smtClean="0"/>
              <a:t>Paralel hesaplama söz konusu olduğunda banka hesabında ki 100 TL değeri hem Kazanan hem de Harcayan kişi tarafından aynı anda okunabilir. Bu durumda kazanan kişi 100 TL değerini ve Harcayan kişi de 100 TL değerini okuyacaktır.</a:t>
            </a:r>
          </a:p>
          <a:p>
            <a:pPr algn="just"/>
            <a:r>
              <a:rPr lang="tr-TR" dirty="0" smtClean="0"/>
              <a:t>Kazanan kişi 100 TL değerini okuduğu için ilgili bellek alanına 10 TL ile birlikte 110 TL yazar ama Harcayan kişi de 100 TL başlangıç değerini </a:t>
            </a:r>
            <a:r>
              <a:rPr lang="tr-TR" dirty="0" err="1" smtClean="0"/>
              <a:t>okuduğı</a:t>
            </a:r>
            <a:r>
              <a:rPr lang="tr-TR" dirty="0" smtClean="0"/>
              <a:t> için o da ilgili bellek alanına 90 TL yazar.</a:t>
            </a:r>
            <a:endParaRPr lang="tr-TR" dirty="0"/>
          </a:p>
        </p:txBody>
      </p:sp>
    </p:spTree>
    <p:extLst>
      <p:ext uri="{BB962C8B-B14F-4D97-AF65-F5344CB8AC3E}">
        <p14:creationId xmlns:p14="http://schemas.microsoft.com/office/powerpoint/2010/main" val="764190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NEDEN SENKRONİZASYONA İHTİYACIMIZ VAR?</a:t>
            </a:r>
            <a:endParaRPr lang="tr-TR" dirty="0"/>
          </a:p>
        </p:txBody>
      </p:sp>
      <p:sp>
        <p:nvSpPr>
          <p:cNvPr id="3" name="İçerik Yer Tutucusu 2"/>
          <p:cNvSpPr>
            <a:spLocks noGrp="1"/>
          </p:cNvSpPr>
          <p:nvPr>
            <p:ph idx="1"/>
          </p:nvPr>
        </p:nvSpPr>
        <p:spPr/>
        <p:txBody>
          <a:bodyPr>
            <a:normAutofit lnSpcReduction="10000"/>
          </a:bodyPr>
          <a:lstStyle/>
          <a:p>
            <a:pPr algn="just"/>
            <a:r>
              <a:rPr lang="tr-TR" dirty="0" smtClean="0"/>
              <a:t>Bu işlem sonucunda başlangıçta 100 TL olan banka hesabında Kazanan kişi 10 TL kazanmış, Harcayan kişi ise 10 TL harcamış olmasına rağmen hesapta 90 TL kalmış olacak ve 10 TL kayıp olacaktır. İşte bu gibi bir problemin önlenmesi için </a:t>
            </a:r>
            <a:r>
              <a:rPr lang="tr-TR" dirty="0" err="1" smtClean="0"/>
              <a:t>Thread</a:t>
            </a:r>
            <a:r>
              <a:rPr lang="tr-TR" dirty="0" smtClean="0"/>
              <a:t> Senkronizasyonuna ihtiyacımız vardır. Yaşanan bu olaya </a:t>
            </a:r>
            <a:r>
              <a:rPr lang="tr-TR" dirty="0" err="1" smtClean="0"/>
              <a:t>race</a:t>
            </a:r>
            <a:r>
              <a:rPr lang="tr-TR" dirty="0" smtClean="0"/>
              <a:t> </a:t>
            </a:r>
            <a:r>
              <a:rPr lang="tr-TR" dirty="0" err="1" smtClean="0"/>
              <a:t>condition</a:t>
            </a:r>
            <a:r>
              <a:rPr lang="tr-TR" dirty="0" smtClean="0"/>
              <a:t>(yarış durumu) adı verilir.</a:t>
            </a:r>
          </a:p>
          <a:p>
            <a:pPr algn="just"/>
            <a:r>
              <a:rPr lang="tr-TR" dirty="0" smtClean="0"/>
              <a:t>Burada Kazanan kişi 1.Thread, Harcayan kişi 2.Thread, ortak banka hesabı ve para değeri ise ortak kullanılan bellek alanını ifade etmektedir.</a:t>
            </a:r>
          </a:p>
          <a:p>
            <a:pPr algn="just"/>
            <a:r>
              <a:rPr lang="tr-TR" dirty="0" smtClean="0"/>
              <a:t>Donanım özelliklerine, işletim sistemine, RAM miktarına vb. sebeplere bağlı olarak senkronizasyon olmasa da doğru sonuçlar elde edilebilir. Buna karşın doğru kodlama yapmak önemlidir.</a:t>
            </a:r>
            <a:endParaRPr lang="tr-TR" dirty="0"/>
          </a:p>
        </p:txBody>
      </p:sp>
    </p:spTree>
    <p:extLst>
      <p:ext uri="{BB962C8B-B14F-4D97-AF65-F5344CB8AC3E}">
        <p14:creationId xmlns:p14="http://schemas.microsoft.com/office/powerpoint/2010/main" val="84760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NEDEN SENKRONİZASYONA İHTİYACIMIZ VAR?</a:t>
            </a:r>
            <a:endParaRPr lang="tr-TR" dirty="0"/>
          </a:p>
        </p:txBody>
      </p:sp>
      <p:sp>
        <p:nvSpPr>
          <p:cNvPr id="3" name="İçerik Yer Tutucusu 2"/>
          <p:cNvSpPr>
            <a:spLocks noGrp="1"/>
          </p:cNvSpPr>
          <p:nvPr>
            <p:ph idx="1"/>
          </p:nvPr>
        </p:nvSpPr>
        <p:spPr/>
        <p:txBody>
          <a:bodyPr>
            <a:normAutofit/>
          </a:bodyPr>
          <a:lstStyle/>
          <a:p>
            <a:r>
              <a:rPr lang="tr-TR" dirty="0" smtClean="0"/>
              <a:t>Yaşanan bu durum </a:t>
            </a:r>
            <a:r>
              <a:rPr lang="tr-TR" dirty="0" err="1" smtClean="0"/>
              <a:t>Process</a:t>
            </a:r>
            <a:r>
              <a:rPr lang="tr-TR" dirty="0" smtClean="0"/>
              <a:t> kullanırken de ortaya çıkabilir.</a:t>
            </a:r>
          </a:p>
        </p:txBody>
      </p:sp>
    </p:spTree>
    <p:extLst>
      <p:ext uri="{BB962C8B-B14F-4D97-AF65-F5344CB8AC3E}">
        <p14:creationId xmlns:p14="http://schemas.microsoft.com/office/powerpoint/2010/main" val="1905201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MUTEX İLE SENKRONİZASYON</a:t>
            </a:r>
            <a:endParaRPr lang="tr-TR" dirty="0"/>
          </a:p>
        </p:txBody>
      </p:sp>
      <p:sp>
        <p:nvSpPr>
          <p:cNvPr id="3" name="İçerik Yer Tutucusu 2"/>
          <p:cNvSpPr>
            <a:spLocks noGrp="1"/>
          </p:cNvSpPr>
          <p:nvPr>
            <p:ph idx="1"/>
          </p:nvPr>
        </p:nvSpPr>
        <p:spPr/>
        <p:txBody>
          <a:bodyPr>
            <a:normAutofit/>
          </a:bodyPr>
          <a:lstStyle/>
          <a:p>
            <a:r>
              <a:rPr lang="tr-TR" dirty="0" err="1" smtClean="0"/>
              <a:t>Mutex</a:t>
            </a:r>
            <a:r>
              <a:rPr lang="tr-TR" dirty="0" smtClean="0"/>
              <a:t> kullanımı en basit haliyle ilgili kodun belirli bir bölümüne aynı anda sadece 1 </a:t>
            </a:r>
            <a:r>
              <a:rPr lang="tr-TR" dirty="0" err="1" smtClean="0"/>
              <a:t>Thread</a:t>
            </a:r>
            <a:r>
              <a:rPr lang="tr-TR" dirty="0" smtClean="0"/>
              <a:t> veya </a:t>
            </a:r>
            <a:r>
              <a:rPr lang="tr-TR" dirty="0" err="1" smtClean="0"/>
              <a:t>Process’in</a:t>
            </a:r>
            <a:r>
              <a:rPr lang="tr-TR" dirty="0" smtClean="0"/>
              <a:t> müdahale edebileceği bir yaklaşımdır.</a:t>
            </a:r>
          </a:p>
          <a:p>
            <a:r>
              <a:rPr lang="tr-TR" dirty="0" smtClean="0"/>
              <a:t>İlgili kod bölümünün korunduğu, kilitlendiği düşünülebilir.</a:t>
            </a:r>
          </a:p>
          <a:p>
            <a:pPr marL="109728" indent="0">
              <a:buNone/>
            </a:pPr>
            <a:r>
              <a:rPr lang="tr-TR" dirty="0" err="1"/>
              <a:t>f</a:t>
            </a:r>
            <a:r>
              <a:rPr lang="tr-TR" dirty="0" err="1" smtClean="0"/>
              <a:t>rom</a:t>
            </a:r>
            <a:r>
              <a:rPr lang="tr-TR" dirty="0" smtClean="0"/>
              <a:t> </a:t>
            </a:r>
            <a:r>
              <a:rPr lang="tr-TR" dirty="0" err="1" smtClean="0"/>
              <a:t>threading</a:t>
            </a:r>
            <a:r>
              <a:rPr lang="tr-TR" dirty="0" smtClean="0"/>
              <a:t> </a:t>
            </a:r>
            <a:r>
              <a:rPr lang="tr-TR" dirty="0" err="1" smtClean="0"/>
              <a:t>import</a:t>
            </a:r>
            <a:r>
              <a:rPr lang="tr-TR" dirty="0" smtClean="0"/>
              <a:t> </a:t>
            </a:r>
            <a:r>
              <a:rPr lang="tr-TR" dirty="0" err="1" smtClean="0"/>
              <a:t>Lock</a:t>
            </a:r>
            <a:endParaRPr lang="tr-TR" dirty="0" smtClean="0"/>
          </a:p>
          <a:p>
            <a:pPr marL="109728" indent="0">
              <a:buNone/>
            </a:pPr>
            <a:r>
              <a:rPr lang="tr-TR" dirty="0" err="1"/>
              <a:t>m</a:t>
            </a:r>
            <a:r>
              <a:rPr lang="tr-TR" dirty="0" err="1" smtClean="0"/>
              <a:t>utex</a:t>
            </a:r>
            <a:r>
              <a:rPr lang="tr-TR" dirty="0" smtClean="0"/>
              <a:t> = </a:t>
            </a:r>
            <a:r>
              <a:rPr lang="tr-TR" dirty="0" err="1" smtClean="0"/>
              <a:t>Lock</a:t>
            </a:r>
            <a:r>
              <a:rPr lang="tr-TR" dirty="0" smtClean="0"/>
              <a:t>()</a:t>
            </a:r>
          </a:p>
          <a:p>
            <a:pPr marL="109728" indent="0">
              <a:buNone/>
            </a:pPr>
            <a:r>
              <a:rPr lang="tr-TR" dirty="0" err="1"/>
              <a:t>m</a:t>
            </a:r>
            <a:r>
              <a:rPr lang="tr-TR" dirty="0" err="1" smtClean="0"/>
              <a:t>utex.acquire</a:t>
            </a:r>
            <a:r>
              <a:rPr lang="tr-TR" dirty="0" smtClean="0"/>
              <a:t>()</a:t>
            </a:r>
          </a:p>
          <a:p>
            <a:pPr marL="109728" indent="0">
              <a:buNone/>
            </a:pPr>
            <a:r>
              <a:rPr lang="tr-TR" dirty="0" smtClean="0"/>
              <a:t># Bu aralıktaki kodlara aynı anda sadece 1 </a:t>
            </a:r>
            <a:r>
              <a:rPr lang="tr-TR" dirty="0" err="1" smtClean="0"/>
              <a:t>Thread</a:t>
            </a:r>
            <a:r>
              <a:rPr lang="tr-TR" dirty="0" smtClean="0"/>
              <a:t> veya </a:t>
            </a:r>
            <a:r>
              <a:rPr lang="tr-TR" dirty="0" err="1" smtClean="0"/>
              <a:t>Process</a:t>
            </a:r>
            <a:r>
              <a:rPr lang="tr-TR" dirty="0" smtClean="0"/>
              <a:t> erişebilir</a:t>
            </a:r>
          </a:p>
          <a:p>
            <a:pPr marL="109728" indent="0">
              <a:buNone/>
            </a:pPr>
            <a:r>
              <a:rPr lang="tr-TR" dirty="0" err="1"/>
              <a:t>m</a:t>
            </a:r>
            <a:r>
              <a:rPr lang="tr-TR" dirty="0" err="1" smtClean="0"/>
              <a:t>utex.release</a:t>
            </a:r>
            <a:r>
              <a:rPr lang="tr-TR" dirty="0" smtClean="0"/>
              <a:t>()</a:t>
            </a:r>
            <a:endParaRPr lang="tr-TR" dirty="0"/>
          </a:p>
        </p:txBody>
      </p:sp>
    </p:spTree>
    <p:extLst>
      <p:ext uri="{BB962C8B-B14F-4D97-AF65-F5344CB8AC3E}">
        <p14:creationId xmlns:p14="http://schemas.microsoft.com/office/powerpoint/2010/main" val="593684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Join</a:t>
            </a:r>
            <a:r>
              <a:rPr lang="tr-TR" dirty="0" smtClean="0"/>
              <a:t> Kullanımı</a:t>
            </a:r>
            <a:endParaRPr lang="tr-TR" dirty="0"/>
          </a:p>
        </p:txBody>
      </p:sp>
      <p:sp>
        <p:nvSpPr>
          <p:cNvPr id="3" name="İçerik Yer Tutucusu 2"/>
          <p:cNvSpPr>
            <a:spLocks noGrp="1"/>
          </p:cNvSpPr>
          <p:nvPr>
            <p:ph idx="1"/>
          </p:nvPr>
        </p:nvSpPr>
        <p:spPr/>
        <p:txBody>
          <a:bodyPr>
            <a:normAutofit/>
          </a:bodyPr>
          <a:lstStyle/>
          <a:p>
            <a:pPr algn="just"/>
            <a:r>
              <a:rPr lang="tr-TR" dirty="0" err="1" smtClean="0"/>
              <a:t>Python</a:t>
            </a:r>
            <a:r>
              <a:rPr lang="tr-TR" dirty="0" smtClean="0"/>
              <a:t> ile </a:t>
            </a:r>
            <a:r>
              <a:rPr lang="tr-TR" dirty="0" err="1" smtClean="0"/>
              <a:t>Thread</a:t>
            </a:r>
            <a:r>
              <a:rPr lang="tr-TR" dirty="0" smtClean="0"/>
              <a:t> veya </a:t>
            </a:r>
            <a:r>
              <a:rPr lang="tr-TR" dirty="0" err="1" smtClean="0"/>
              <a:t>Process</a:t>
            </a:r>
            <a:r>
              <a:rPr lang="tr-TR" dirty="0" smtClean="0"/>
              <a:t> kullanırken </a:t>
            </a:r>
            <a:r>
              <a:rPr lang="tr-TR" dirty="0" err="1" smtClean="0"/>
              <a:t>join</a:t>
            </a:r>
            <a:r>
              <a:rPr lang="tr-TR" dirty="0" smtClean="0"/>
              <a:t>() metodu çağrılarak ilgili </a:t>
            </a:r>
            <a:r>
              <a:rPr lang="tr-TR" dirty="0" err="1" smtClean="0"/>
              <a:t>Thread</a:t>
            </a:r>
            <a:r>
              <a:rPr lang="tr-TR" dirty="0" smtClean="0"/>
              <a:t> veya </a:t>
            </a:r>
            <a:r>
              <a:rPr lang="tr-TR" dirty="0" err="1" smtClean="0"/>
              <a:t>Process’in</a:t>
            </a:r>
            <a:r>
              <a:rPr lang="tr-TR" dirty="0" smtClean="0"/>
              <a:t> bitmesi beklenebilir. Burada dikkat edilmesi gereken nokta </a:t>
            </a:r>
            <a:r>
              <a:rPr lang="tr-TR" dirty="0" err="1" smtClean="0"/>
              <a:t>join</a:t>
            </a:r>
            <a:r>
              <a:rPr lang="tr-TR" dirty="0" smtClean="0"/>
              <a:t>() metodu hangi </a:t>
            </a:r>
            <a:r>
              <a:rPr lang="tr-TR" dirty="0" err="1" smtClean="0"/>
              <a:t>Thread</a:t>
            </a:r>
            <a:r>
              <a:rPr lang="tr-TR" dirty="0" smtClean="0"/>
              <a:t> veya </a:t>
            </a:r>
            <a:r>
              <a:rPr lang="tr-TR" dirty="0" err="1" smtClean="0"/>
              <a:t>Process</a:t>
            </a:r>
            <a:r>
              <a:rPr lang="tr-TR" dirty="0" smtClean="0"/>
              <a:t> üzerinden çağrılıyorsa o </a:t>
            </a:r>
            <a:r>
              <a:rPr lang="tr-TR" dirty="0" err="1" smtClean="0"/>
              <a:t>Thread</a:t>
            </a:r>
            <a:r>
              <a:rPr lang="tr-TR" dirty="0" smtClean="0"/>
              <a:t> veya </a:t>
            </a:r>
            <a:r>
              <a:rPr lang="tr-TR" dirty="0" err="1" smtClean="0"/>
              <a:t>Process</a:t>
            </a:r>
            <a:r>
              <a:rPr lang="tr-TR" dirty="0" smtClean="0"/>
              <a:t> bitmeden kodun geri kalanının işlenmeyeceğidir!</a:t>
            </a:r>
            <a:endParaRPr lang="tr-TR" dirty="0"/>
          </a:p>
        </p:txBody>
      </p:sp>
    </p:spTree>
    <p:extLst>
      <p:ext uri="{BB962C8B-B14F-4D97-AF65-F5344CB8AC3E}">
        <p14:creationId xmlns:p14="http://schemas.microsoft.com/office/powerpoint/2010/main" val="1123362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ğitim sunusu">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_16225310_TF03460604" id="{F6EFC989-8B6A-426D-8CC8-42909735A4A0}" vid="{6F0D95CE-7106-4C3E-8D98-EE1220DA24E4}"/>
    </a:ext>
  </a:extLst>
</a:theme>
</file>

<file path=ppt/theme/theme2.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Eğitim sunusu</Template>
  <TotalTime>2132</TotalTime>
  <Words>466</Words>
  <Application>Microsoft Office PowerPoint</Application>
  <PresentationFormat>Geniş ekran</PresentationFormat>
  <Paragraphs>32</Paragraphs>
  <Slides>7</Slides>
  <Notes>2</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7</vt:i4>
      </vt:variant>
    </vt:vector>
  </HeadingPairs>
  <TitlesOfParts>
    <vt:vector size="12" baseType="lpstr">
      <vt:lpstr>Arial</vt:lpstr>
      <vt:lpstr>Calibri</vt:lpstr>
      <vt:lpstr>Georgia</vt:lpstr>
      <vt:lpstr>Wingdings 2</vt:lpstr>
      <vt:lpstr>Eğitim sunusu</vt:lpstr>
      <vt:lpstr>Paralel Hesaplama</vt:lpstr>
      <vt:lpstr>NEDEN SENKRONİZASYONA İHTİYACIMIZ VAR?</vt:lpstr>
      <vt:lpstr>NEDEN SENKRONİZASYONA İHTİYACIMIZ VAR?</vt:lpstr>
      <vt:lpstr>NEDEN SENKRONİZASYONA İHTİYACIMIZ VAR?</vt:lpstr>
      <vt:lpstr>NEDEN SENKRONİZASYONA İHTİYACIMIZ VAR?</vt:lpstr>
      <vt:lpstr>MUTEX İLE SENKRONİZASYON</vt:lpstr>
      <vt:lpstr>Join Kullanımı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Ağ ve Bilişim Güvenliği</dc:title>
  <dc:creator>ZaferS</dc:creator>
  <cp:lastModifiedBy>Zafer</cp:lastModifiedBy>
  <cp:revision>348</cp:revision>
  <dcterms:created xsi:type="dcterms:W3CDTF">2023-12-09T09:03:26Z</dcterms:created>
  <dcterms:modified xsi:type="dcterms:W3CDTF">2024-11-24T14:03:34Z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