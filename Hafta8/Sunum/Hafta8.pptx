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8.12.2024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8.12.2024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BARİYERLER İLE SENKRONİZASYON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Bariyerler hem </a:t>
            </a:r>
            <a:r>
              <a:rPr lang="tr-TR" dirty="0" err="1" smtClean="0"/>
              <a:t>Thread’ler</a:t>
            </a:r>
            <a:r>
              <a:rPr lang="tr-TR" dirty="0" smtClean="0"/>
              <a:t> </a:t>
            </a:r>
            <a:r>
              <a:rPr lang="tr-TR" dirty="0" err="1" smtClean="0"/>
              <a:t>hemde</a:t>
            </a:r>
            <a:r>
              <a:rPr lang="tr-TR" dirty="0" smtClean="0"/>
              <a:t> </a:t>
            </a:r>
            <a:r>
              <a:rPr lang="tr-TR" dirty="0" err="1" smtClean="0"/>
              <a:t>Process’ler</a:t>
            </a:r>
            <a:r>
              <a:rPr lang="tr-TR" dirty="0" smtClean="0"/>
              <a:t> için kullanılır.</a:t>
            </a:r>
          </a:p>
          <a:p>
            <a:r>
              <a:rPr lang="tr-TR" dirty="0" smtClean="0"/>
              <a:t>Bariyerler farklı </a:t>
            </a:r>
            <a:r>
              <a:rPr lang="tr-TR" dirty="0" err="1" smtClean="0"/>
              <a:t>Thread</a:t>
            </a:r>
            <a:r>
              <a:rPr lang="tr-TR" dirty="0" smtClean="0"/>
              <a:t> ve </a:t>
            </a:r>
            <a:r>
              <a:rPr lang="tr-TR" dirty="0" err="1" smtClean="0"/>
              <a:t>Process’leri</a:t>
            </a:r>
            <a:r>
              <a:rPr lang="tr-TR" dirty="0" smtClean="0"/>
              <a:t> senkronize etmeyi sağlayan </a:t>
            </a:r>
            <a:r>
              <a:rPr lang="tr-TR" smtClean="0"/>
              <a:t>bir araçtır.</a:t>
            </a:r>
          </a:p>
          <a:p>
            <a:r>
              <a:rPr lang="tr-TR" smtClean="0"/>
              <a:t>Thread’ler veya Process’ler işe başlamadan önce bir noktaya bariyer konulduğu ve ilgili Thread veya Process’lerden ilki bu bariyere geldiğinde beklemeye alınarak diğerlerinin de aynı noktaya gelmesi gerektiği düşünülebilir.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1706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BARİYERLER İLE SENKRONİZASYON</a:t>
            </a:r>
            <a:endParaRPr lang="tr-TR" dirty="0"/>
          </a:p>
        </p:txBody>
      </p:sp>
      <p:pic>
        <p:nvPicPr>
          <p:cNvPr id="4" name="Hafta12_1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6000" end="295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62163" y="2249488"/>
            <a:ext cx="8067675" cy="4324350"/>
          </a:xfrm>
        </p:spPr>
      </p:pic>
    </p:spTree>
    <p:extLst>
      <p:ext uri="{BB962C8B-B14F-4D97-AF65-F5344CB8AC3E}">
        <p14:creationId xmlns:p14="http://schemas.microsoft.com/office/powerpoint/2010/main" val="387325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BARİYERLER İLE SENKRONİZASYON</a:t>
            </a:r>
            <a:endParaRPr lang="tr-TR" dirty="0"/>
          </a:p>
        </p:txBody>
      </p:sp>
      <p:pic>
        <p:nvPicPr>
          <p:cNvPr id="5" name="Hafta12_2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7000" end="447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" y="2370138"/>
            <a:ext cx="10972800" cy="4081462"/>
          </a:xfrm>
        </p:spPr>
      </p:pic>
    </p:spTree>
    <p:extLst>
      <p:ext uri="{BB962C8B-B14F-4D97-AF65-F5344CB8AC3E}">
        <p14:creationId xmlns:p14="http://schemas.microsoft.com/office/powerpoint/2010/main" val="298699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2132</TotalTime>
  <Words>66</Words>
  <Application>Microsoft Office PowerPoint</Application>
  <PresentationFormat>Geniş ekran</PresentationFormat>
  <Paragraphs>9</Paragraphs>
  <Slides>4</Slides>
  <Notes>1</Notes>
  <HiddenSlides>0</HiddenSlides>
  <MMClips>2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8" baseType="lpstr">
      <vt:lpstr>Calibri</vt:lpstr>
      <vt:lpstr>Georgia</vt:lpstr>
      <vt:lpstr>Wingdings 2</vt:lpstr>
      <vt:lpstr>Eğitim sunusu</vt:lpstr>
      <vt:lpstr>Paralel Hesaplama</vt:lpstr>
      <vt:lpstr>BARİYERLER İLE SENKRONİZASYON</vt:lpstr>
      <vt:lpstr>BARİYERLER İLE SENKRONİZASYON</vt:lpstr>
      <vt:lpstr>BARİYERLER İLE SENKRONİZASYON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349</cp:revision>
  <dcterms:created xsi:type="dcterms:W3CDTF">2023-12-09T09:03:26Z</dcterms:created>
  <dcterms:modified xsi:type="dcterms:W3CDTF">2024-12-08T13:35:27Z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