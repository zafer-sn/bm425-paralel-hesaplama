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2.11.2024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6658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919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94300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65077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39733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92997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1175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476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2.11.2024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PROCESS OLUŞTURMA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Pek çok programlama dilinde bir </a:t>
            </a:r>
            <a:r>
              <a:rPr lang="tr-TR" dirty="0" err="1" smtClean="0"/>
              <a:t>Process</a:t>
            </a:r>
            <a:r>
              <a:rPr lang="tr-TR" dirty="0" smtClean="0"/>
              <a:t> başlatıldığında </a:t>
            </a:r>
            <a:r>
              <a:rPr lang="tr-TR" dirty="0" err="1" smtClean="0"/>
              <a:t>parent</a:t>
            </a:r>
            <a:r>
              <a:rPr lang="tr-TR" dirty="0" smtClean="0"/>
              <a:t>(ebeveyn) </a:t>
            </a:r>
            <a:r>
              <a:rPr lang="tr-TR" dirty="0" err="1" smtClean="0"/>
              <a:t>Process’in</a:t>
            </a:r>
            <a:r>
              <a:rPr lang="tr-TR" dirty="0" smtClean="0"/>
              <a:t> bellek alanı tamamen kopyalanır ve yeni bir </a:t>
            </a:r>
            <a:r>
              <a:rPr lang="tr-TR" dirty="0" err="1" smtClean="0"/>
              <a:t>Process</a:t>
            </a:r>
            <a:r>
              <a:rPr lang="tr-TR" dirty="0" smtClean="0"/>
              <a:t> oluşturulmuş olur. </a:t>
            </a:r>
            <a:r>
              <a:rPr lang="tr-TR" dirty="0" err="1" smtClean="0"/>
              <a:t>Python</a:t>
            </a:r>
            <a:r>
              <a:rPr lang="tr-TR" dirty="0" smtClean="0"/>
              <a:t> programlama dilinde bu durum biraz daha özelleştirilebilir.</a:t>
            </a:r>
          </a:p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Process</a:t>
            </a:r>
            <a:r>
              <a:rPr lang="tr-TR" dirty="0" smtClean="0"/>
              <a:t> başlangıç metodu olarak 3 yöntem kullanılabilir. Bunlar: </a:t>
            </a:r>
            <a:r>
              <a:rPr lang="tr-TR" dirty="0" err="1" smtClean="0"/>
              <a:t>spawn</a:t>
            </a:r>
            <a:r>
              <a:rPr lang="tr-TR" dirty="0" smtClean="0"/>
              <a:t>, </a:t>
            </a:r>
            <a:r>
              <a:rPr lang="tr-TR" dirty="0" err="1" smtClean="0"/>
              <a:t>fork</a:t>
            </a:r>
            <a:r>
              <a:rPr lang="tr-TR" dirty="0" smtClean="0"/>
              <a:t> ve </a:t>
            </a:r>
            <a:r>
              <a:rPr lang="tr-TR" dirty="0" err="1" smtClean="0"/>
              <a:t>forkserver</a:t>
            </a:r>
            <a:r>
              <a:rPr lang="tr-TR" dirty="0" smtClean="0"/>
              <a:t> olarak adlandırılır. </a:t>
            </a:r>
            <a:r>
              <a:rPr lang="tr-TR" dirty="0" err="1" smtClean="0"/>
              <a:t>Spawn</a:t>
            </a:r>
            <a:r>
              <a:rPr lang="tr-TR" dirty="0" smtClean="0"/>
              <a:t> yöntemi Windows ve UNIX işletim sistemlerinde çalışırken </a:t>
            </a:r>
            <a:r>
              <a:rPr lang="tr-TR" dirty="0" err="1" smtClean="0"/>
              <a:t>fork</a:t>
            </a:r>
            <a:r>
              <a:rPr lang="tr-TR" dirty="0" smtClean="0"/>
              <a:t> ve </a:t>
            </a:r>
            <a:r>
              <a:rPr lang="tr-TR" dirty="0" err="1" smtClean="0"/>
              <a:t>forkserver</a:t>
            </a:r>
            <a:r>
              <a:rPr lang="tr-TR" dirty="0" smtClean="0"/>
              <a:t> yöntemleri sadece UNIX işletim sistemlerinde çalışır.</a:t>
            </a:r>
            <a:endParaRPr lang="tr-TR" dirty="0"/>
          </a:p>
          <a:p>
            <a:pPr marL="109728" indent="0" algn="just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4254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PROCESS OLUŞTURMA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Fork</a:t>
            </a:r>
            <a:r>
              <a:rPr lang="tr-TR" dirty="0" smtClean="0"/>
              <a:t> yöntemi ile </a:t>
            </a:r>
            <a:r>
              <a:rPr lang="tr-TR" dirty="0" err="1" smtClean="0"/>
              <a:t>Process</a:t>
            </a:r>
            <a:r>
              <a:rPr lang="tr-TR" dirty="0" smtClean="0"/>
              <a:t> başlatıldığında tüm bellek alanı kopyalanırken </a:t>
            </a:r>
            <a:r>
              <a:rPr lang="tr-TR" dirty="0" err="1" smtClean="0"/>
              <a:t>Spawn</a:t>
            </a:r>
            <a:r>
              <a:rPr lang="tr-TR" dirty="0" smtClean="0"/>
              <a:t> ile </a:t>
            </a:r>
            <a:r>
              <a:rPr lang="tr-TR" dirty="0" err="1" smtClean="0"/>
              <a:t>Process</a:t>
            </a:r>
            <a:r>
              <a:rPr lang="tr-TR" dirty="0" smtClean="0"/>
              <a:t> başlatıldığında dosya tanımlayıcıları gibi bazı kısımlar kopyalanmaz. Bu sayede bellek alanından tasarruf edilmiş olur ama </a:t>
            </a:r>
            <a:r>
              <a:rPr lang="tr-TR" dirty="0" err="1" smtClean="0"/>
              <a:t>Process’i</a:t>
            </a:r>
            <a:r>
              <a:rPr lang="tr-TR" dirty="0" smtClean="0"/>
              <a:t> başlatmak daha uzun süre alır. </a:t>
            </a:r>
            <a:r>
              <a:rPr lang="tr-TR" dirty="0" err="1" smtClean="0"/>
              <a:t>Fork</a:t>
            </a:r>
            <a:r>
              <a:rPr lang="tr-TR" dirty="0" smtClean="0"/>
              <a:t> ile </a:t>
            </a:r>
            <a:r>
              <a:rPr lang="tr-TR" dirty="0" err="1" smtClean="0"/>
              <a:t>Process</a:t>
            </a:r>
            <a:r>
              <a:rPr lang="tr-TR" dirty="0" smtClean="0"/>
              <a:t> başlatıldığında ise tüm bellek alanı kopyalandığı için daha çok bellek kullanılır ama ayıklama ile uğraşmadığı için </a:t>
            </a:r>
            <a:r>
              <a:rPr lang="tr-TR" dirty="0" err="1" smtClean="0"/>
              <a:t>Process’i</a:t>
            </a:r>
            <a:r>
              <a:rPr lang="tr-TR" dirty="0" smtClean="0"/>
              <a:t> oldukça hızlı bir şekilde başlatır. Windows ve </a:t>
            </a:r>
            <a:r>
              <a:rPr lang="tr-TR" dirty="0" err="1" smtClean="0"/>
              <a:t>macOS</a:t>
            </a:r>
            <a:r>
              <a:rPr lang="tr-TR" dirty="0" smtClean="0"/>
              <a:t> işletim sistemleri için </a:t>
            </a:r>
            <a:r>
              <a:rPr lang="tr-TR" dirty="0" err="1" smtClean="0"/>
              <a:t>Spawn</a:t>
            </a:r>
            <a:r>
              <a:rPr lang="tr-TR" dirty="0" smtClean="0"/>
              <a:t> metodu varsayılan iken Linux işletim sistemi için </a:t>
            </a:r>
            <a:r>
              <a:rPr lang="tr-TR" dirty="0" err="1" smtClean="0"/>
              <a:t>Fork</a:t>
            </a:r>
            <a:r>
              <a:rPr lang="tr-TR" dirty="0" smtClean="0"/>
              <a:t> metodu varsayılandır.</a:t>
            </a:r>
            <a:endParaRPr lang="tr-TR" dirty="0"/>
          </a:p>
          <a:p>
            <a:pPr marL="109728" indent="0" algn="just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75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PROCESS OLUŞTURMA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ForkServer</a:t>
            </a:r>
            <a:r>
              <a:rPr lang="tr-TR" dirty="0" smtClean="0"/>
              <a:t> yöntemi ise diğer 2 yöntemin avantajlarını birlikte kullanmaya çalışan </a:t>
            </a:r>
            <a:r>
              <a:rPr lang="tr-TR" dirty="0" err="1" smtClean="0"/>
              <a:t>hibrit</a:t>
            </a:r>
            <a:r>
              <a:rPr lang="tr-TR" dirty="0" smtClean="0"/>
              <a:t> bir yaklaşımdır. Bu yöntemde ilk kez </a:t>
            </a:r>
            <a:r>
              <a:rPr lang="tr-TR" dirty="0" err="1" smtClean="0"/>
              <a:t>parent</a:t>
            </a:r>
            <a:r>
              <a:rPr lang="tr-TR" dirty="0" smtClean="0"/>
              <a:t> </a:t>
            </a:r>
            <a:r>
              <a:rPr lang="tr-TR" dirty="0" err="1" smtClean="0"/>
              <a:t>Process’ten</a:t>
            </a:r>
            <a:r>
              <a:rPr lang="tr-TR" dirty="0" smtClean="0"/>
              <a:t> bir başka </a:t>
            </a:r>
            <a:r>
              <a:rPr lang="tr-TR" dirty="0" err="1" smtClean="0"/>
              <a:t>Process</a:t>
            </a:r>
            <a:r>
              <a:rPr lang="tr-TR" dirty="0" smtClean="0"/>
              <a:t> oluşturulurken tüm bellek alanı kopyalanarak bir </a:t>
            </a:r>
            <a:r>
              <a:rPr lang="tr-TR" dirty="0" err="1" smtClean="0"/>
              <a:t>ForkServer</a:t>
            </a:r>
            <a:r>
              <a:rPr lang="tr-TR" dirty="0" smtClean="0"/>
              <a:t> oluşturulur ve bu </a:t>
            </a:r>
            <a:r>
              <a:rPr lang="tr-TR" dirty="0" err="1" smtClean="0"/>
              <a:t>ForkServer’ın</a:t>
            </a:r>
            <a:r>
              <a:rPr lang="tr-TR" dirty="0" smtClean="0"/>
              <a:t> belleği kullanılarak </a:t>
            </a:r>
            <a:r>
              <a:rPr lang="tr-TR" dirty="0" err="1" smtClean="0"/>
              <a:t>Process</a:t>
            </a:r>
            <a:r>
              <a:rPr lang="tr-TR" dirty="0" smtClean="0"/>
              <a:t> oluşturulur. 2. bir </a:t>
            </a:r>
            <a:r>
              <a:rPr lang="tr-TR" dirty="0" err="1" smtClean="0"/>
              <a:t>Process</a:t>
            </a:r>
            <a:r>
              <a:rPr lang="tr-TR" dirty="0" smtClean="0"/>
              <a:t> oluşturulmak istendiğinde bu sefer tüm işlemler yeniden yapılmak yerine 1. </a:t>
            </a:r>
            <a:r>
              <a:rPr lang="tr-TR" dirty="0" err="1" smtClean="0"/>
              <a:t>Process</a:t>
            </a:r>
            <a:r>
              <a:rPr lang="tr-TR" dirty="0" smtClean="0"/>
              <a:t> oluşturulurken kullanılan </a:t>
            </a:r>
            <a:r>
              <a:rPr lang="tr-TR" dirty="0" err="1" smtClean="0"/>
              <a:t>ForkServer</a:t>
            </a:r>
            <a:r>
              <a:rPr lang="tr-TR" dirty="0" smtClean="0"/>
              <a:t> belleği yeniden kullanılarak 2. </a:t>
            </a:r>
            <a:r>
              <a:rPr lang="tr-TR" dirty="0" err="1" smtClean="0"/>
              <a:t>Process</a:t>
            </a:r>
            <a:r>
              <a:rPr lang="tr-TR" dirty="0" smtClean="0"/>
              <a:t> oluşturulur.</a:t>
            </a:r>
          </a:p>
          <a:p>
            <a:pPr algn="just"/>
            <a:r>
              <a:rPr lang="tr-TR" dirty="0" err="1" smtClean="0"/>
              <a:t>Spawn</a:t>
            </a:r>
            <a:r>
              <a:rPr lang="tr-TR" dirty="0" smtClean="0"/>
              <a:t> ve </a:t>
            </a:r>
            <a:r>
              <a:rPr lang="tr-TR" dirty="0" err="1" smtClean="0"/>
              <a:t>ForkServer</a:t>
            </a:r>
            <a:r>
              <a:rPr lang="tr-TR" dirty="0" smtClean="0"/>
              <a:t> yeni bir </a:t>
            </a:r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 err="1" smtClean="0"/>
              <a:t>Interpreter’ı</a:t>
            </a:r>
            <a:r>
              <a:rPr lang="tr-TR" dirty="0" smtClean="0"/>
              <a:t> başlatırken </a:t>
            </a:r>
            <a:r>
              <a:rPr lang="tr-TR" dirty="0" err="1" smtClean="0"/>
              <a:t>Fork</a:t>
            </a:r>
            <a:r>
              <a:rPr lang="tr-TR" dirty="0" smtClean="0"/>
              <a:t> başlatmaz!</a:t>
            </a:r>
            <a:endParaRPr lang="tr-TR" dirty="0"/>
          </a:p>
          <a:p>
            <a:pPr marL="109728" indent="0" algn="just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6741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PROCESS OLUŞTURMA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293546"/>
            <a:ext cx="10972800" cy="423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4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PROCESS OLUŞTURMA</a:t>
            </a:r>
            <a:endParaRPr lang="tr-TR" dirty="0"/>
          </a:p>
        </p:txBody>
      </p:sp>
      <p:pic>
        <p:nvPicPr>
          <p:cNvPr id="5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52686" y="2249488"/>
            <a:ext cx="8486628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4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THREADLER VE PROCESSLER ARASI İLETİŞİM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Thread’ler</a:t>
            </a:r>
            <a:r>
              <a:rPr lang="tr-TR" dirty="0" smtClean="0"/>
              <a:t> ve </a:t>
            </a:r>
            <a:r>
              <a:rPr lang="tr-TR" dirty="0" err="1" smtClean="0"/>
              <a:t>Process’ler</a:t>
            </a:r>
            <a:r>
              <a:rPr lang="tr-TR" dirty="0" smtClean="0"/>
              <a:t> yaptıkları işlem ile ilgili diğer </a:t>
            </a:r>
            <a:r>
              <a:rPr lang="tr-TR" dirty="0" err="1" smtClean="0"/>
              <a:t>Thread</a:t>
            </a:r>
            <a:r>
              <a:rPr lang="tr-TR" dirty="0" smtClean="0"/>
              <a:t> veya </a:t>
            </a:r>
            <a:r>
              <a:rPr lang="tr-TR" dirty="0" err="1" smtClean="0"/>
              <a:t>Process’leri</a:t>
            </a:r>
            <a:r>
              <a:rPr lang="tr-TR" dirty="0" smtClean="0"/>
              <a:t> bilgilendirme, şu anki durum ile ilgili bilgi vermelidir. Aksi taktirde yapılacak işlemler hatalı olacak ve sonuçlar problemli olacaktır. </a:t>
            </a:r>
            <a:r>
              <a:rPr lang="tr-TR" dirty="0" err="1" smtClean="0"/>
              <a:t>Thread</a:t>
            </a:r>
            <a:r>
              <a:rPr lang="tr-TR" dirty="0" smtClean="0"/>
              <a:t> ve </a:t>
            </a:r>
            <a:r>
              <a:rPr lang="tr-TR" dirty="0" err="1" smtClean="0"/>
              <a:t>Process’ler</a:t>
            </a:r>
            <a:r>
              <a:rPr lang="tr-TR" dirty="0" smtClean="0"/>
              <a:t> arası iletişim için Inter-</a:t>
            </a:r>
            <a:r>
              <a:rPr lang="tr-TR" dirty="0" err="1" smtClean="0"/>
              <a:t>Process</a:t>
            </a:r>
            <a:r>
              <a:rPr lang="tr-TR" dirty="0" smtClean="0"/>
              <a:t>(</a:t>
            </a:r>
            <a:r>
              <a:rPr lang="tr-TR" dirty="0" err="1" smtClean="0"/>
              <a:t>Thread</a:t>
            </a:r>
            <a:r>
              <a:rPr lang="tr-TR" dirty="0" smtClean="0"/>
              <a:t>)-</a:t>
            </a:r>
            <a:r>
              <a:rPr lang="tr-TR" dirty="0" err="1" smtClean="0"/>
              <a:t>Communication</a:t>
            </a:r>
            <a:r>
              <a:rPr lang="tr-TR" dirty="0" smtClean="0"/>
              <a:t>(IPC - ITC) terimi kullanılır. Bu iletişim temel olarak 2 şekilde gerçekleşebilir. Bunlar: Message </a:t>
            </a:r>
            <a:r>
              <a:rPr lang="tr-TR" dirty="0" err="1" smtClean="0"/>
              <a:t>Passingg</a:t>
            </a:r>
            <a:r>
              <a:rPr lang="tr-TR" dirty="0" smtClean="0"/>
              <a:t>(Mesaj Gönderme) ve </a:t>
            </a:r>
            <a:r>
              <a:rPr lang="tr-TR" dirty="0" err="1" smtClean="0"/>
              <a:t>Shared</a:t>
            </a:r>
            <a:r>
              <a:rPr lang="tr-TR" dirty="0" smtClean="0"/>
              <a:t> Memory(Bellek Paylaşımı) olarak adlandırılır.</a:t>
            </a:r>
            <a:endParaRPr lang="tr-TR" dirty="0"/>
          </a:p>
          <a:p>
            <a:pPr marL="109728" indent="0" algn="just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2048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THREADLER VE PROCESSLER ARASI İLETİŞİM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Message </a:t>
            </a:r>
            <a:r>
              <a:rPr lang="tr-TR" dirty="0" err="1" smtClean="0"/>
              <a:t>Passing</a:t>
            </a:r>
            <a:r>
              <a:rPr lang="tr-TR" dirty="0" smtClean="0"/>
              <a:t> yöntemi aynı insanların iletişim yöntemine benzer şekilde gerçekleşir. </a:t>
            </a:r>
            <a:r>
              <a:rPr lang="tr-TR" dirty="0" err="1" smtClean="0"/>
              <a:t>Thread</a:t>
            </a:r>
            <a:r>
              <a:rPr lang="tr-TR" dirty="0" smtClean="0"/>
              <a:t> veya </a:t>
            </a:r>
            <a:r>
              <a:rPr lang="tr-TR" dirty="0" err="1" smtClean="0"/>
              <a:t>Process</a:t>
            </a:r>
            <a:r>
              <a:rPr lang="tr-TR" dirty="0" smtClean="0"/>
              <a:t> yaptığı işlem ile ilgili bilgiyi diğerlerine iletir. Sanki konuşuyormuş veya mesaj atıyormuş gibi düşünülebilir.</a:t>
            </a:r>
          </a:p>
          <a:p>
            <a:pPr algn="just"/>
            <a:r>
              <a:rPr lang="tr-TR" dirty="0" err="1" smtClean="0"/>
              <a:t>Shared</a:t>
            </a:r>
            <a:r>
              <a:rPr lang="tr-TR" dirty="0" smtClean="0"/>
              <a:t> Memory yönteminde ise ortak bir bellek alanı tanımlanır ve bu alana diğer </a:t>
            </a:r>
            <a:r>
              <a:rPr lang="tr-TR" dirty="0" err="1" smtClean="0"/>
              <a:t>Thread</a:t>
            </a:r>
            <a:r>
              <a:rPr lang="tr-TR" dirty="0" smtClean="0"/>
              <a:t> veya </a:t>
            </a:r>
            <a:r>
              <a:rPr lang="tr-TR" dirty="0" err="1" smtClean="0"/>
              <a:t>Process’ler</a:t>
            </a:r>
            <a:r>
              <a:rPr lang="tr-TR" dirty="0" smtClean="0"/>
              <a:t> bilgiyi yazarak diğerlerinin de öğrenmesini sağlar. Bir tahtaya yazı yazılması ve herkesin bu yazıyı okuyabilmesi gibi düşünülebilir. </a:t>
            </a:r>
            <a:r>
              <a:rPr lang="tr-TR" dirty="0" err="1" smtClean="0"/>
              <a:t>Thread’ler</a:t>
            </a:r>
            <a:r>
              <a:rPr lang="tr-TR" dirty="0" smtClean="0"/>
              <a:t> zaten ortak bellek alanı kullandıkları için bu yöntem </a:t>
            </a:r>
            <a:r>
              <a:rPr lang="tr-TR" dirty="0" err="1" smtClean="0"/>
              <a:t>Thread’lerde</a:t>
            </a:r>
            <a:r>
              <a:rPr lang="tr-TR" dirty="0" smtClean="0"/>
              <a:t> daha kolay uygulanabilir.</a:t>
            </a:r>
            <a:endParaRPr lang="tr-TR" dirty="0"/>
          </a:p>
          <a:p>
            <a:pPr marL="109728" indent="0" algn="just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3354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THREADLER VE PROCESSLER ARASI İLETİŞİM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651" y="2535115"/>
            <a:ext cx="7752697" cy="3600000"/>
          </a:xfrm>
        </p:spPr>
      </p:pic>
    </p:spTree>
    <p:extLst>
      <p:ext uri="{BB962C8B-B14F-4D97-AF65-F5344CB8AC3E}">
        <p14:creationId xmlns:p14="http://schemas.microsoft.com/office/powerpoint/2010/main" val="103347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2048</TotalTime>
  <Words>741</Words>
  <Application>Microsoft Office PowerPoint</Application>
  <PresentationFormat>Geniş ekran</PresentationFormat>
  <Paragraphs>43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Arial</vt:lpstr>
      <vt:lpstr>Calibri</vt:lpstr>
      <vt:lpstr>Georgia</vt:lpstr>
      <vt:lpstr>Wingdings 2</vt:lpstr>
      <vt:lpstr>Eğitim sunusu</vt:lpstr>
      <vt:lpstr>Paralel Hesaplama</vt:lpstr>
      <vt:lpstr>PROCESS OLUŞTURMA</vt:lpstr>
      <vt:lpstr>PROCESS OLUŞTURMA</vt:lpstr>
      <vt:lpstr>PROCESS OLUŞTURMA</vt:lpstr>
      <vt:lpstr>PROCESS OLUŞTURMA</vt:lpstr>
      <vt:lpstr>PROCESS OLUŞTURMA</vt:lpstr>
      <vt:lpstr>THREADLER VE PROCESSLER ARASI İLETİŞİM</vt:lpstr>
      <vt:lpstr>THREADLER VE PROCESSLER ARASI İLETİŞİM</vt:lpstr>
      <vt:lpstr>THREADLER VE PROCESSLER ARASI İLETİŞİM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341</cp:revision>
  <dcterms:created xsi:type="dcterms:W3CDTF">2023-12-09T09:03:26Z</dcterms:created>
  <dcterms:modified xsi:type="dcterms:W3CDTF">2024-11-02T16:00:36Z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