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handoutMasterIdLst>
    <p:handoutMasterId r:id="rId8"/>
  </p:handoutMasterIdLst>
  <p:sldIdLst>
    <p:sldId id="257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2.12.2024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2.12.2024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CONDITION VARIABLES İLE SENKRONİZASYON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Condition</a:t>
            </a:r>
            <a:r>
              <a:rPr lang="tr-TR" dirty="0" smtClean="0"/>
              <a:t> </a:t>
            </a:r>
            <a:r>
              <a:rPr lang="tr-TR" dirty="0" err="1" smtClean="0"/>
              <a:t>Variables</a:t>
            </a:r>
            <a:r>
              <a:rPr lang="tr-TR" dirty="0" smtClean="0"/>
              <a:t> </a:t>
            </a:r>
            <a:r>
              <a:rPr lang="tr-TR" dirty="0" err="1" smtClean="0"/>
              <a:t>Mutex’lerden</a:t>
            </a:r>
            <a:r>
              <a:rPr lang="tr-TR" dirty="0" smtClean="0"/>
              <a:t> sonra daha iyi anlaşılabilecek bir kavramdır.</a:t>
            </a:r>
          </a:p>
          <a:p>
            <a:r>
              <a:rPr lang="tr-TR" dirty="0" err="1" smtClean="0"/>
              <a:t>Condition</a:t>
            </a:r>
            <a:r>
              <a:rPr lang="tr-TR" dirty="0" smtClean="0"/>
              <a:t> </a:t>
            </a:r>
            <a:r>
              <a:rPr lang="tr-TR" dirty="0" err="1" smtClean="0"/>
              <a:t>Variables</a:t>
            </a:r>
            <a:r>
              <a:rPr lang="tr-TR" dirty="0" smtClean="0"/>
              <a:t> </a:t>
            </a:r>
            <a:r>
              <a:rPr lang="tr-TR" dirty="0" err="1" smtClean="0"/>
              <a:t>Mutex’lerin</a:t>
            </a:r>
            <a:r>
              <a:rPr lang="tr-TR" dirty="0" smtClean="0"/>
              <a:t> sahip olduğu </a:t>
            </a:r>
            <a:r>
              <a:rPr lang="tr-TR" dirty="0" err="1" smtClean="0"/>
              <a:t>lock</a:t>
            </a:r>
            <a:r>
              <a:rPr lang="tr-TR" dirty="0" smtClean="0"/>
              <a:t> ve </a:t>
            </a:r>
            <a:r>
              <a:rPr lang="tr-TR" dirty="0" err="1" smtClean="0"/>
              <a:t>unlock</a:t>
            </a:r>
            <a:r>
              <a:rPr lang="tr-TR" dirty="0" smtClean="0"/>
              <a:t> işlemlerine ek olarak </a:t>
            </a:r>
            <a:r>
              <a:rPr lang="tr-TR" dirty="0" err="1" smtClean="0"/>
              <a:t>wait</a:t>
            </a:r>
            <a:r>
              <a:rPr lang="tr-TR" dirty="0" smtClean="0"/>
              <a:t>, </a:t>
            </a:r>
            <a:r>
              <a:rPr lang="tr-TR" dirty="0" err="1" smtClean="0"/>
              <a:t>broadcast</a:t>
            </a:r>
            <a:r>
              <a:rPr lang="tr-TR" dirty="0" smtClean="0"/>
              <a:t> ve </a:t>
            </a:r>
            <a:r>
              <a:rPr lang="tr-TR" dirty="0" err="1" smtClean="0"/>
              <a:t>signal</a:t>
            </a:r>
            <a:r>
              <a:rPr lang="tr-TR" dirty="0" smtClean="0"/>
              <a:t> olarak 3 farklı yöntemini daha içerir.</a:t>
            </a:r>
          </a:p>
          <a:p>
            <a:r>
              <a:rPr lang="tr-TR" dirty="0" err="1" smtClean="0"/>
              <a:t>Condition</a:t>
            </a:r>
            <a:r>
              <a:rPr lang="tr-TR" dirty="0" smtClean="0"/>
              <a:t> </a:t>
            </a:r>
            <a:r>
              <a:rPr lang="tr-TR" dirty="0" err="1" smtClean="0"/>
              <a:t>Variables’ın</a:t>
            </a:r>
            <a:r>
              <a:rPr lang="tr-TR" dirty="0" smtClean="0"/>
              <a:t> </a:t>
            </a:r>
            <a:r>
              <a:rPr lang="tr-TR" dirty="0" err="1" smtClean="0"/>
              <a:t>Mutex’i</a:t>
            </a:r>
            <a:r>
              <a:rPr lang="tr-TR" dirty="0" smtClean="0"/>
              <a:t> kapsadığı ve ek özellikler getirdiği söylenebilir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396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CONDITION VARIABLES İLE SENKRONİZASYON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070" y="2209800"/>
            <a:ext cx="4967860" cy="4448830"/>
          </a:xfrm>
        </p:spPr>
      </p:pic>
    </p:spTree>
    <p:extLst>
      <p:ext uri="{BB962C8B-B14F-4D97-AF65-F5344CB8AC3E}">
        <p14:creationId xmlns:p14="http://schemas.microsoft.com/office/powerpoint/2010/main" val="24933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CONDITION VARIABLES İLE SENKRONİZASYON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Condition</a:t>
            </a:r>
            <a:r>
              <a:rPr lang="tr-TR" dirty="0" smtClean="0"/>
              <a:t> </a:t>
            </a:r>
            <a:r>
              <a:rPr lang="tr-TR" dirty="0" err="1" smtClean="0"/>
              <a:t>Variables</a:t>
            </a:r>
            <a:r>
              <a:rPr lang="tr-TR" dirty="0" smtClean="0"/>
              <a:t> kullanırken:</a:t>
            </a:r>
          </a:p>
          <a:p>
            <a:pPr marL="109728" indent="0">
              <a:buNone/>
            </a:pPr>
            <a:r>
              <a:rPr lang="tr-TR" dirty="0" err="1"/>
              <a:t>w</a:t>
            </a:r>
            <a:r>
              <a:rPr lang="tr-TR" dirty="0" err="1" smtClean="0"/>
              <a:t>ait</a:t>
            </a:r>
            <a:r>
              <a:rPr lang="tr-TR" dirty="0" smtClean="0"/>
              <a:t>: beklemeyi sağlar ve kilidi kaldırır (</a:t>
            </a:r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wait</a:t>
            </a:r>
            <a:r>
              <a:rPr lang="tr-TR" dirty="0" smtClean="0"/>
              <a:t>() komutu)</a:t>
            </a:r>
          </a:p>
          <a:p>
            <a:pPr marL="109728" indent="0">
              <a:buNone/>
            </a:pPr>
            <a:r>
              <a:rPr lang="tr-TR" dirty="0" err="1"/>
              <a:t>s</a:t>
            </a:r>
            <a:r>
              <a:rPr lang="tr-TR" dirty="0" err="1" smtClean="0"/>
              <a:t>ignal</a:t>
            </a:r>
            <a:r>
              <a:rPr lang="tr-TR" dirty="0" smtClean="0"/>
              <a:t>: </a:t>
            </a:r>
            <a:r>
              <a:rPr lang="tr-TR" dirty="0" err="1" smtClean="0"/>
              <a:t>wait</a:t>
            </a:r>
            <a:r>
              <a:rPr lang="tr-TR" dirty="0" smtClean="0"/>
              <a:t> şartının tekrar kontrol edilmesini sağlar(</a:t>
            </a:r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notify</a:t>
            </a:r>
            <a:r>
              <a:rPr lang="tr-TR" dirty="0" smtClean="0"/>
              <a:t>() komutu)</a:t>
            </a:r>
          </a:p>
          <a:p>
            <a:pPr marL="109728" indent="0">
              <a:buNone/>
            </a:pPr>
            <a:r>
              <a:rPr lang="tr-TR" dirty="0" err="1"/>
              <a:t>b</a:t>
            </a:r>
            <a:r>
              <a:rPr lang="tr-TR" dirty="0" err="1" smtClean="0"/>
              <a:t>roadcast</a:t>
            </a:r>
            <a:r>
              <a:rPr lang="tr-TR" dirty="0" smtClean="0"/>
              <a:t>: </a:t>
            </a:r>
            <a:r>
              <a:rPr lang="tr-TR" dirty="0" err="1"/>
              <a:t>wait</a:t>
            </a:r>
            <a:r>
              <a:rPr lang="tr-TR" dirty="0"/>
              <a:t> şartının </a:t>
            </a:r>
            <a:r>
              <a:rPr lang="tr-TR" dirty="0" smtClean="0"/>
              <a:t>tüm </a:t>
            </a:r>
            <a:r>
              <a:rPr lang="tr-TR" dirty="0" err="1" smtClean="0"/>
              <a:t>condition</a:t>
            </a:r>
            <a:r>
              <a:rPr lang="tr-TR" dirty="0" smtClean="0"/>
              <a:t> </a:t>
            </a:r>
            <a:r>
              <a:rPr lang="tr-TR" dirty="0" err="1" smtClean="0"/>
              <a:t>variableslar</a:t>
            </a:r>
            <a:r>
              <a:rPr lang="tr-TR" dirty="0" smtClean="0"/>
              <a:t> için kontrol edilmesini sağlar(</a:t>
            </a:r>
            <a:r>
              <a:rPr lang="tr-TR" dirty="0" err="1" smtClean="0"/>
              <a:t>Python’da</a:t>
            </a:r>
            <a:r>
              <a:rPr lang="tr-TR" dirty="0" smtClean="0"/>
              <a:t> </a:t>
            </a:r>
            <a:r>
              <a:rPr lang="tr-TR" dirty="0" err="1" smtClean="0"/>
              <a:t>notify_all</a:t>
            </a:r>
            <a:r>
              <a:rPr lang="tr-TR" dirty="0" smtClean="0"/>
              <a:t>() veya </a:t>
            </a:r>
            <a:r>
              <a:rPr lang="tr-TR" dirty="0" err="1" smtClean="0"/>
              <a:t>notifyAll</a:t>
            </a:r>
            <a:r>
              <a:rPr lang="tr-TR" dirty="0" smtClean="0"/>
              <a:t>() komutu)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223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CONDITION VARIABLES İLE SENKRONİZASYON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from threading import </a:t>
            </a:r>
            <a:r>
              <a:rPr lang="en-US" dirty="0" smtClean="0"/>
              <a:t>Condition</a:t>
            </a:r>
            <a:endParaRPr lang="tr-TR" dirty="0" smtClean="0"/>
          </a:p>
          <a:p>
            <a:pPr marL="109728" indent="0">
              <a:buNone/>
            </a:pPr>
            <a:r>
              <a:rPr lang="tr-TR" dirty="0"/>
              <a:t>c</a:t>
            </a:r>
            <a:r>
              <a:rPr lang="tr-TR" dirty="0" smtClean="0"/>
              <a:t>v = </a:t>
            </a:r>
            <a:r>
              <a:rPr lang="tr-TR" dirty="0" err="1" smtClean="0"/>
              <a:t>Condition</a:t>
            </a:r>
            <a:r>
              <a:rPr lang="tr-TR" dirty="0" smtClean="0"/>
              <a:t>()</a:t>
            </a:r>
          </a:p>
          <a:p>
            <a:pPr marL="109728" indent="0">
              <a:buNone/>
            </a:pPr>
            <a:r>
              <a:rPr lang="tr-TR" dirty="0" err="1" smtClean="0"/>
              <a:t>cv.acquire</a:t>
            </a:r>
            <a:r>
              <a:rPr lang="tr-TR" dirty="0" smtClean="0"/>
              <a:t>()</a:t>
            </a:r>
          </a:p>
          <a:p>
            <a:pPr marL="109728" indent="0">
              <a:buNone/>
            </a:pPr>
            <a:r>
              <a:rPr lang="tr-TR" dirty="0" err="1" smtClean="0"/>
              <a:t>cv.notify</a:t>
            </a:r>
            <a:r>
              <a:rPr lang="tr-TR" dirty="0" smtClean="0"/>
              <a:t>() # buraya </a:t>
            </a:r>
            <a:r>
              <a:rPr lang="tr-TR" dirty="0" err="1" smtClean="0"/>
              <a:t>cv.notify_all</a:t>
            </a:r>
            <a:r>
              <a:rPr lang="tr-TR" dirty="0" smtClean="0"/>
              <a:t>()’da yazılabilir</a:t>
            </a:r>
          </a:p>
          <a:p>
            <a:pPr marL="109728" indent="0">
              <a:buNone/>
            </a:pPr>
            <a:r>
              <a:rPr lang="tr-TR" dirty="0" err="1" smtClean="0"/>
              <a:t>cv.release</a:t>
            </a:r>
            <a:r>
              <a:rPr lang="tr-TR" dirty="0" smtClean="0"/>
              <a:t>()</a:t>
            </a:r>
          </a:p>
          <a:p>
            <a:pPr marL="109728" indent="0">
              <a:buNone/>
            </a:pPr>
            <a:r>
              <a:rPr lang="tr-TR" dirty="0" err="1" smtClean="0"/>
              <a:t>cv.wait</a:t>
            </a:r>
            <a:r>
              <a:rPr lang="tr-TR" dirty="0" smtClean="0"/>
              <a:t>()</a:t>
            </a:r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462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2132</TotalTime>
  <Words>136</Words>
  <Application>Microsoft Office PowerPoint</Application>
  <PresentationFormat>Geniş ekran</PresentationFormat>
  <Paragraphs>20</Paragraphs>
  <Slides>5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Calibri</vt:lpstr>
      <vt:lpstr>Georgia</vt:lpstr>
      <vt:lpstr>Wingdings 2</vt:lpstr>
      <vt:lpstr>Eğitim sunusu</vt:lpstr>
      <vt:lpstr>Paralel Hesaplama</vt:lpstr>
      <vt:lpstr>CONDITION VARIABLES İLE SENKRONİZASYON</vt:lpstr>
      <vt:lpstr>CONDITION VARIABLES İLE SENKRONİZASYON</vt:lpstr>
      <vt:lpstr>CONDITION VARIABLES İLE SENKRONİZASYON</vt:lpstr>
      <vt:lpstr>CONDITION VARIABLES İLE SENKRONİZASYON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349</cp:revision>
  <dcterms:created xsi:type="dcterms:W3CDTF">2023-12-09T09:03:26Z</dcterms:created>
  <dcterms:modified xsi:type="dcterms:W3CDTF">2024-12-02T08:09:52Z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