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0"/>
  </p:handoutMasterIdLst>
  <p:sldIdLst>
    <p:sldId id="257" r:id="rId3"/>
    <p:sldId id="259" r:id="rId5"/>
    <p:sldId id="267" r:id="rId6"/>
    <p:sldId id="260" r:id="rId7"/>
    <p:sldId id="261" r:id="rId8"/>
    <p:sldId id="262" r:id="rId9"/>
    <p:sldId id="263" r:id="rId10"/>
    <p:sldId id="264" r:id="rId11"/>
    <p:sldId id="265" r:id="rId12"/>
    <p:sldId id="266" r:id="rId13"/>
    <p:sldId id="268" r:id="rId14"/>
    <p:sldId id="269" r:id="rId15"/>
    <p:sldId id="270" r:id="rId16"/>
    <p:sldId id="271" r:id="rId17"/>
    <p:sldId id="272" r:id="rId18"/>
    <p:sldId id="273" r:id="rId19"/>
  </p:sldIdLst>
  <p:sldSz cx="12192000" cy="6858000"/>
  <p:notesSz cx="6858000" cy="9144000"/>
  <p:defaultTextStyle>
    <a:defPPr rtl="0">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7296" userDrawn="1">
          <p15:clr>
            <a:srgbClr val="A4A3A4"/>
          </p15:clr>
        </p15:guide>
        <p15:guide id="4" orient="horz" pos="41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3B4B98B0-60AC-42C2-AFA5-B58CD77FA1E5}">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89911" autoAdjust="0"/>
  </p:normalViewPr>
  <p:slideViewPr>
    <p:cSldViewPr snapToGrid="0" showGuides="1">
      <p:cViewPr varScale="1">
        <p:scale>
          <a:sx n="87" d="100"/>
          <a:sy n="87" d="100"/>
        </p:scale>
        <p:origin x="389" y="58"/>
      </p:cViewPr>
      <p:guideLst>
        <p:guide orient="horz" pos="2160"/>
        <p:guide pos="3840"/>
        <p:guide pos="7296"/>
        <p:guide orient="horz" pos="4128"/>
      </p:guideLst>
    </p:cSldViewPr>
  </p:slideViewPr>
  <p:notesTextViewPr>
    <p:cViewPr>
      <p:scale>
        <a:sx n="3" d="2"/>
        <a:sy n="3" d="2"/>
      </p:scale>
      <p:origin x="0" y="0"/>
    </p:cViewPr>
  </p:notesTextViewPr>
  <p:notesViewPr>
    <p:cSldViewPr snapToGrid="0">
      <p:cViewPr varScale="1">
        <p:scale>
          <a:sx n="93" d="100"/>
          <a:sy n="93" d="100"/>
        </p:scale>
        <p:origin x="2874" y="6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dirty="0"/>
          </a:p>
        </p:txBody>
      </p:sp>
      <p:sp>
        <p:nvSpPr>
          <p:cNvPr id="3" name="Tarih Yer Tutucusu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1FC8FC1-A1A8-42CB-96AC-83684F0DF578}" type="datetime1">
              <a:rPr lang="tr-TR" smtClean="0"/>
            </a:fld>
            <a:endParaRPr lang="tr-TR" dirty="0"/>
          </a:p>
        </p:txBody>
      </p:sp>
      <p:sp>
        <p:nvSpPr>
          <p:cNvPr id="4" name="Alt Bilgi Yer Tutucusu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dirty="0"/>
          </a:p>
        </p:txBody>
      </p:sp>
      <p:sp>
        <p:nvSpPr>
          <p:cNvPr id="5" name="Slayt Numarası Yer Tutucusu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4E50CC-F33A-4EF4-9F12-93EC4A21A0CF}" type="slidenum">
              <a:rPr lang="tr-TR" smtClean="0"/>
            </a:fld>
            <a:endParaRPr lang="tr-TR"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noProof="0" dirty="0"/>
          </a:p>
        </p:txBody>
      </p:sp>
      <p:sp>
        <p:nvSpPr>
          <p:cNvPr id="3" name="Tarih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0653A-FB33-4975-A611-5D53C5C337D6}" type="datetime1">
              <a:rPr lang="tr-TR" smtClean="0"/>
            </a:fld>
            <a:endParaRPr lang="tr-TR" dirty="0"/>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tr-TR" noProof="0" dirty="0"/>
          </a:p>
        </p:txBody>
      </p:sp>
      <p:sp>
        <p:nvSpPr>
          <p:cNvPr id="5" name="Notlar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tr-TR" noProof="0" dirty="0"/>
              <a:t>Asıl metin stillerini düzenlemek için tıklayın</a:t>
            </a:r>
            <a:endParaRPr lang="tr-TR" noProof="0" dirty="0"/>
          </a:p>
          <a:p>
            <a:pPr lvl="1" rtl="0"/>
            <a:r>
              <a:rPr lang="tr-TR" noProof="0" dirty="0"/>
              <a:t>İkinci düzey</a:t>
            </a:r>
            <a:endParaRPr lang="tr-TR" noProof="0" dirty="0"/>
          </a:p>
          <a:p>
            <a:pPr lvl="2" rtl="0"/>
            <a:r>
              <a:rPr lang="tr-TR" noProof="0" dirty="0"/>
              <a:t>Üçüncü düzey</a:t>
            </a:r>
            <a:endParaRPr lang="tr-TR" noProof="0" dirty="0"/>
          </a:p>
          <a:p>
            <a:pPr lvl="3" rtl="0"/>
            <a:r>
              <a:rPr lang="tr-TR" noProof="0" dirty="0"/>
              <a:t>Dördüncü düzey</a:t>
            </a:r>
            <a:endParaRPr lang="tr-TR" noProof="0" dirty="0"/>
          </a:p>
          <a:p>
            <a:pPr lvl="4" rtl="0"/>
            <a:r>
              <a:rPr lang="tr-TR" noProof="0" dirty="0"/>
              <a:t>Beşinci düzey</a:t>
            </a:r>
            <a:endParaRPr lang="tr-TR" noProof="0" dirty="0"/>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noProof="0" dirty="0"/>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2674CE4-FBD8-4481-AEFB-CA53E599A745}" type="slidenum">
              <a:rPr lang="tr-TR" noProof="0" smtClean="0"/>
            </a:fld>
            <a:endParaRPr lang="tr-TR"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dirty="0"/>
          </a:p>
        </p:txBody>
      </p:sp>
      <p:sp>
        <p:nvSpPr>
          <p:cNvPr id="4" name="Slayt Numarası Yer Tutucusu 3"/>
          <p:cNvSpPr>
            <a:spLocks noGrp="1"/>
          </p:cNvSpPr>
          <p:nvPr>
            <p:ph type="sldNum" sz="quarter" idx="10"/>
          </p:nvPr>
        </p:nvSpPr>
        <p:spPr/>
        <p:txBody>
          <a:bodyPr rtlCol="0"/>
          <a:lstStyle/>
          <a:p>
            <a:pPr rtl="0"/>
            <a:fld id="{32674CE4-FBD8-4481-AEFB-CA53E599A745}" type="slidenum">
              <a:rPr lang="tr-TR" smtClean="0"/>
            </a:fld>
            <a:endParaRPr lang="tr-T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Başlık Slaydı">
    <p:spTree>
      <p:nvGrpSpPr>
        <p:cNvPr id="1" name=""/>
        <p:cNvGrpSpPr/>
        <p:nvPr/>
      </p:nvGrpSpPr>
      <p:grpSpPr>
        <a:xfrm>
          <a:off x="0" y="0"/>
          <a:ext cx="0" cy="0"/>
          <a:chOff x="0" y="0"/>
          <a:chExt cx="0" cy="0"/>
        </a:xfrm>
      </p:grpSpPr>
      <p:sp>
        <p:nvSpPr>
          <p:cNvPr id="19" name="Dikdörtgen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3" name="Dikdörtgen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4" name="Dikdörtgen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5" name="Dikdörtgen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6" name="Dikdörtgen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7" name="Dikdörtgen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0" name="Yuvarlatılmış Dikdörtgen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1" name="Yuvarlatılmış Dikdörtgen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7" name="Dikdörtgen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0" name="Dikdörtgen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1" name="Dikdörtgen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8" name="Başlık 7"/>
          <p:cNvSpPr>
            <a:spLocks noGrp="1"/>
          </p:cNvSpPr>
          <p:nvPr>
            <p:ph type="ctrTitle" hasCustomPrompt="1"/>
          </p:nvPr>
        </p:nvSpPr>
        <p:spPr>
          <a:xfrm>
            <a:off x="609600" y="2389009"/>
            <a:ext cx="11277600" cy="1470025"/>
          </a:xfrm>
        </p:spPr>
        <p:txBody>
          <a:bodyPr rtlCol="0" anchor="b"/>
          <a:lstStyle>
            <a:lvl1pPr>
              <a:defRPr sz="4400">
                <a:solidFill>
                  <a:schemeClr val="bg1"/>
                </a:solidFill>
              </a:defRPr>
            </a:lvl1pPr>
          </a:lstStyle>
          <a:p>
            <a:pPr rtl="0"/>
            <a:r>
              <a:rPr lang="tr-TR" noProof="0" smtClean="0"/>
              <a:t>Asıl başlık stili için tıklatın</a:t>
            </a:r>
            <a:endParaRPr lang="tr-TR" noProof="0" dirty="0"/>
          </a:p>
        </p:txBody>
      </p:sp>
      <p:sp>
        <p:nvSpPr>
          <p:cNvPr id="9" name="Alt Başlık 8"/>
          <p:cNvSpPr>
            <a:spLocks noGrp="1"/>
          </p:cNvSpPr>
          <p:nvPr>
            <p:ph type="subTitle" idx="1" hasCustomPrompt="1"/>
          </p:nvPr>
        </p:nvSpPr>
        <p:spPr>
          <a:xfrm>
            <a:off x="609600" y="3899938"/>
            <a:ext cx="6604000" cy="1752600"/>
          </a:xfrm>
        </p:spPr>
        <p:txBody>
          <a:bodyPr rtlCol="0"/>
          <a:lstStyle>
            <a:lvl1pPr marL="64135"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rtl="0"/>
            <a:r>
              <a:rPr lang="tr-TR" noProof="0" smtClean="0"/>
              <a:t>Asıl alt başlık stilini düzenlemek için tıklayın</a:t>
            </a:r>
            <a:endParaRPr lang="tr-TR" noProof="0" dirty="0"/>
          </a:p>
        </p:txBody>
      </p:sp>
      <p:sp>
        <p:nvSpPr>
          <p:cNvPr id="17" name="Alt Bilgi Yer Tutucusu 16"/>
          <p:cNvSpPr>
            <a:spLocks noGrp="1"/>
          </p:cNvSpPr>
          <p:nvPr>
            <p:ph type="ftr" sz="quarter" idx="11"/>
          </p:nvPr>
        </p:nvSpPr>
        <p:spPr>
          <a:xfrm>
            <a:off x="7265116" y="4205288"/>
            <a:ext cx="1727200" cy="457200"/>
          </a:xfrm>
        </p:spPr>
        <p:txBody>
          <a:bodyPr rtlCol="0"/>
          <a:lstStyle>
            <a:lvl1pPr>
              <a:defRPr>
                <a:solidFill>
                  <a:schemeClr val="accent2">
                    <a:lumMod val="75000"/>
                  </a:schemeClr>
                </a:solidFill>
              </a:defRPr>
            </a:lvl1pPr>
          </a:lstStyle>
          <a:p>
            <a:pPr rtl="0"/>
            <a:r>
              <a:rPr lang="tr-TR" noProof="0" dirty="0"/>
              <a:t>Alt bilgi ekleme</a:t>
            </a:r>
            <a:endParaRPr lang="tr-TR" noProof="0" dirty="0"/>
          </a:p>
        </p:txBody>
      </p:sp>
      <p:sp>
        <p:nvSpPr>
          <p:cNvPr id="28" name="Tarih Yer Tutucusu 27"/>
          <p:cNvSpPr>
            <a:spLocks noGrp="1"/>
          </p:cNvSpPr>
          <p:nvPr>
            <p:ph type="dt" sz="half" idx="10"/>
          </p:nvPr>
        </p:nvSpPr>
        <p:spPr>
          <a:xfrm>
            <a:off x="9043832" y="4206240"/>
            <a:ext cx="1280160" cy="457200"/>
          </a:xfrm>
        </p:spPr>
        <p:txBody>
          <a:bodyPr rtlCol="0"/>
          <a:lstStyle>
            <a:lvl1pPr>
              <a:defRPr>
                <a:solidFill>
                  <a:schemeClr val="accent2">
                    <a:lumMod val="75000"/>
                  </a:schemeClr>
                </a:solidFill>
              </a:defRPr>
            </a:lvl1pPr>
          </a:lstStyle>
          <a:p>
            <a:fld id="{E8609038-EC1C-40A6-91EB-4A3D73CE9547}" type="datetime1">
              <a:rPr lang="tr-TR" smtClean="0"/>
            </a:fld>
            <a:endParaRPr lang="tr-TR" dirty="0"/>
          </a:p>
        </p:txBody>
      </p:sp>
      <p:sp>
        <p:nvSpPr>
          <p:cNvPr id="29" name="Slayt Numarası Yer Tutucusu 28"/>
          <p:cNvSpPr>
            <a:spLocks noGrp="1"/>
          </p:cNvSpPr>
          <p:nvPr>
            <p:ph type="sldNum" sz="quarter" idx="12"/>
          </p:nvPr>
        </p:nvSpPr>
        <p:spPr>
          <a:xfrm>
            <a:off x="11093451" y="1136"/>
            <a:ext cx="996949" cy="365760"/>
          </a:xfrm>
        </p:spPr>
        <p:txBody>
          <a:bodyPr rtlCol="0"/>
          <a:lstStyle>
            <a:lvl1pPr algn="r">
              <a:defRPr sz="1800">
                <a:solidFill>
                  <a:schemeClr val="bg1"/>
                </a:solidFill>
              </a:defRPr>
            </a:lvl1pPr>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p:txBody>
          <a:bodyPr rtlCol="0"/>
          <a:lstStyle/>
          <a:p>
            <a:pPr rtl="0"/>
            <a:r>
              <a:rPr lang="tr-TR" noProof="0" smtClean="0"/>
              <a:t>Asıl başlık stili için tıklatın</a:t>
            </a:r>
            <a:endParaRPr lang="tr-TR" noProof="0" dirty="0"/>
          </a:p>
        </p:txBody>
      </p:sp>
      <p:sp>
        <p:nvSpPr>
          <p:cNvPr id="3" name="İçerik Yer Tutucusu 2"/>
          <p:cNvSpPr>
            <a:spLocks noGrp="1"/>
          </p:cNvSpPr>
          <p:nvPr>
            <p:ph idx="1" hasCustomPrompt="1"/>
          </p:nvPr>
        </p:nvSpPr>
        <p:spPr/>
        <p:txBody>
          <a:bodyPr rtlCol="0"/>
          <a:lstStyle>
            <a:lvl1pPr>
              <a:defRPr/>
            </a:lvl1pPr>
            <a:lvl5pPr>
              <a:defRPr/>
            </a:lvl5pPr>
            <a:lvl6pPr>
              <a:defRPr/>
            </a:lvl6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46610F96-FFD0-4BC1-86F0-D957A2A4B8C7}"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963084" y="1968322"/>
            <a:ext cx="10363200" cy="1362075"/>
          </a:xfrm>
        </p:spPr>
        <p:txBody>
          <a:bodyPr rtlCol="0" anchor="b">
            <a:noAutofit/>
          </a:bodyPr>
          <a:lstStyle>
            <a:lvl1pPr algn="l">
              <a:buNone/>
              <a:defRPr sz="4300" b="1" cap="none" baseline="0">
                <a:ln w="12700">
                  <a:solidFill>
                    <a:schemeClr val="accent2">
                      <a:shade val="90000"/>
                      <a:satMod val="150000"/>
                    </a:schemeClr>
                  </a:solidFill>
                </a:ln>
                <a:solidFill>
                  <a:schemeClr val="accent2"/>
                </a:solidFill>
                <a:effectLst/>
              </a:defRPr>
            </a:lvl1pPr>
          </a:lstStyle>
          <a:p>
            <a:pPr rtl="0"/>
            <a:r>
              <a:rPr lang="tr-TR" noProof="0" smtClean="0"/>
              <a:t>Asıl başlık stili için tıklatın</a:t>
            </a:r>
            <a:endParaRPr kumimoji="0" lang="tr-TR" noProof="0" dirty="0"/>
          </a:p>
        </p:txBody>
      </p:sp>
      <p:sp>
        <p:nvSpPr>
          <p:cNvPr id="3" name="Metin Yer Tutucusu 2"/>
          <p:cNvSpPr>
            <a:spLocks noGrp="1"/>
          </p:cNvSpPr>
          <p:nvPr>
            <p:ph type="body" idx="1" hasCustomPrompt="1"/>
          </p:nvPr>
        </p:nvSpPr>
        <p:spPr>
          <a:xfrm>
            <a:off x="963084" y="3367088"/>
            <a:ext cx="10363200" cy="1509712"/>
          </a:xfrm>
        </p:spPr>
        <p:txBody>
          <a:bodyPr rtlCol="0"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rtl="0" eaLnBrk="1" latinLnBrk="0" hangingPunct="1"/>
            <a:r>
              <a:rPr lang="tr-TR" noProof="0" smtClean="0"/>
              <a:t>Asıl metin stillerini düzenle</a:t>
            </a:r>
            <a:endParaRPr lang="tr-TR" noProof="0" smtClean="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FF56EF26-BBDF-4885-BB66-53FDFCADA69E}"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p:txBody>
          <a:bodyPr rtlCol="0"/>
          <a:lstStyle/>
          <a:p>
            <a:pPr rtl="0"/>
            <a:r>
              <a:rPr lang="tr-TR" noProof="0" smtClean="0"/>
              <a:t>Asıl başlık stili için tıklatın</a:t>
            </a:r>
            <a:endParaRPr lang="tr-TR" noProof="0" dirty="0"/>
          </a:p>
        </p:txBody>
      </p:sp>
      <p:sp>
        <p:nvSpPr>
          <p:cNvPr id="3" name="İçerik Yer Tutucusu 2"/>
          <p:cNvSpPr>
            <a:spLocks noGrp="1"/>
          </p:cNvSpPr>
          <p:nvPr>
            <p:ph sz="half" idx="1" hasCustomPrompt="1"/>
          </p:nvPr>
        </p:nvSpPr>
        <p:spPr>
          <a:xfrm>
            <a:off x="609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4" name="İçerik Yer Tutucusu 3"/>
          <p:cNvSpPr>
            <a:spLocks noGrp="1"/>
          </p:cNvSpPr>
          <p:nvPr>
            <p:ph sz="half" idx="2" hasCustomPrompt="1"/>
          </p:nvPr>
        </p:nvSpPr>
        <p:spPr>
          <a:xfrm>
            <a:off x="6197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6" name="Alt Bilgi Yer Tutucusu 5"/>
          <p:cNvSpPr>
            <a:spLocks noGrp="1"/>
          </p:cNvSpPr>
          <p:nvPr>
            <p:ph type="ftr" sz="quarter" idx="11"/>
          </p:nvPr>
        </p:nvSpPr>
        <p:spPr/>
        <p:txBody>
          <a:bodyPr rtlCol="0"/>
          <a:lstStyle/>
          <a:p>
            <a:pPr rtl="0"/>
            <a:r>
              <a:rPr lang="tr-TR" noProof="0" dirty="0"/>
              <a:t>Alt bilgi ekleme</a:t>
            </a:r>
            <a:endParaRPr lang="tr-TR" noProof="0" dirty="0"/>
          </a:p>
        </p:txBody>
      </p:sp>
      <p:sp>
        <p:nvSpPr>
          <p:cNvPr id="5" name="Tarih Yer Tutucusu 4"/>
          <p:cNvSpPr>
            <a:spLocks noGrp="1"/>
          </p:cNvSpPr>
          <p:nvPr>
            <p:ph type="dt" sz="half" idx="10"/>
          </p:nvPr>
        </p:nvSpPr>
        <p:spPr/>
        <p:txBody>
          <a:bodyPr rtlCol="0"/>
          <a:lstStyle>
            <a:lvl1pPr>
              <a:defRPr/>
            </a:lvl1pPr>
          </a:lstStyle>
          <a:p>
            <a:fld id="{A84B813B-74D5-4B4F-94CB-6CD8395E9845}" type="datetime1">
              <a:rPr lang="tr-TR" smtClean="0"/>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508000" y="1143000"/>
            <a:ext cx="11176000" cy="1069848"/>
          </a:xfrm>
        </p:spPr>
        <p:txBody>
          <a:bodyPr rtlCol="0" anchor="ctr"/>
          <a:lstStyle>
            <a:lvl1pPr>
              <a:defRPr sz="4000" b="0" i="0" cap="none" baseline="0"/>
            </a:lvl1pPr>
          </a:lstStyle>
          <a:p>
            <a:pPr rtl="0"/>
            <a:r>
              <a:rPr lang="tr-TR" noProof="0" smtClean="0"/>
              <a:t>Asıl başlık stili için tıklatın</a:t>
            </a:r>
            <a:endParaRPr lang="tr-TR" noProof="0" dirty="0"/>
          </a:p>
        </p:txBody>
      </p:sp>
      <p:sp>
        <p:nvSpPr>
          <p:cNvPr id="3" name="Metin Yer Tutucusu 2"/>
          <p:cNvSpPr>
            <a:spLocks noGrp="1"/>
          </p:cNvSpPr>
          <p:nvPr>
            <p:ph type="body" idx="1" hasCustomPrompt="1"/>
          </p:nvPr>
        </p:nvSpPr>
        <p:spPr>
          <a:xfrm>
            <a:off x="508000" y="2244970"/>
            <a:ext cx="5388864"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smtClean="0"/>
              <a:t>Asıl metin stillerini düzenle</a:t>
            </a:r>
            <a:endParaRPr lang="tr-TR" noProof="0" smtClean="0"/>
          </a:p>
        </p:txBody>
      </p:sp>
      <p:sp>
        <p:nvSpPr>
          <p:cNvPr id="5" name="İçerik Yer Tutucusu 4"/>
          <p:cNvSpPr>
            <a:spLocks noGrp="1"/>
          </p:cNvSpPr>
          <p:nvPr>
            <p:ph sz="quarter" idx="2" hasCustomPrompt="1"/>
          </p:nvPr>
        </p:nvSpPr>
        <p:spPr>
          <a:xfrm>
            <a:off x="508000" y="2708519"/>
            <a:ext cx="5388864"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4" name="Metin Yer Tutucusu 3"/>
          <p:cNvSpPr>
            <a:spLocks noGrp="1"/>
          </p:cNvSpPr>
          <p:nvPr>
            <p:ph type="body" sz="half" idx="3" hasCustomPrompt="1"/>
          </p:nvPr>
        </p:nvSpPr>
        <p:spPr>
          <a:xfrm>
            <a:off x="6294968" y="2244970"/>
            <a:ext cx="5389033"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smtClean="0"/>
              <a:t>Asıl metin stillerini düzenle</a:t>
            </a:r>
            <a:endParaRPr lang="tr-TR" noProof="0" smtClean="0"/>
          </a:p>
        </p:txBody>
      </p:sp>
      <p:sp>
        <p:nvSpPr>
          <p:cNvPr id="6" name="İçerik Yer Tutucusu 5"/>
          <p:cNvSpPr>
            <a:spLocks noGrp="1"/>
          </p:cNvSpPr>
          <p:nvPr>
            <p:ph sz="quarter" idx="4" hasCustomPrompt="1"/>
          </p:nvPr>
        </p:nvSpPr>
        <p:spPr>
          <a:xfrm>
            <a:off x="6291073" y="2708519"/>
            <a:ext cx="5389033"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28" name="Alt Bilgi Yer Tutucusu 27"/>
          <p:cNvSpPr>
            <a:spLocks noGrp="1"/>
          </p:cNvSpPr>
          <p:nvPr>
            <p:ph type="ftr" sz="quarter" idx="12"/>
          </p:nvPr>
        </p:nvSpPr>
        <p:spPr/>
        <p:txBody>
          <a:bodyPr rtlCol="0"/>
          <a:lstStyle/>
          <a:p>
            <a:pPr rtl="0"/>
            <a:r>
              <a:rPr lang="tr-TR" noProof="0" dirty="0"/>
              <a:t>Alt bilgi ekleme</a:t>
            </a:r>
            <a:endParaRPr lang="tr-TR" noProof="0" dirty="0"/>
          </a:p>
        </p:txBody>
      </p:sp>
      <p:sp>
        <p:nvSpPr>
          <p:cNvPr id="26" name="Tarih Yer Tutucusu 25"/>
          <p:cNvSpPr>
            <a:spLocks noGrp="1"/>
          </p:cNvSpPr>
          <p:nvPr>
            <p:ph type="dt" sz="half" idx="10"/>
          </p:nvPr>
        </p:nvSpPr>
        <p:spPr/>
        <p:txBody>
          <a:bodyPr rtlCol="0"/>
          <a:lstStyle>
            <a:lvl1pPr>
              <a:defRPr/>
            </a:lvl1pPr>
          </a:lstStyle>
          <a:p>
            <a:fld id="{B72EC71D-25AD-4A7C-AB6C-E63D5EDA9366}" type="datetime1">
              <a:rPr lang="tr-TR" smtClean="0"/>
            </a:fld>
            <a:endParaRPr lang="tr-TR" dirty="0"/>
          </a:p>
        </p:txBody>
      </p:sp>
      <p:sp>
        <p:nvSpPr>
          <p:cNvPr id="27" name="Slayt Numarası Yer Tutucusu 26"/>
          <p:cNvSpPr>
            <a:spLocks noGrp="1"/>
          </p:cNvSpPr>
          <p:nvPr>
            <p:ph type="sldNum" sz="quarter" idx="11"/>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609600" y="1143000"/>
            <a:ext cx="10972800" cy="1069848"/>
          </a:xfrm>
        </p:spPr>
        <p:txBody>
          <a:bodyPr rtlCol="0" anchor="ctr"/>
          <a:lstStyle>
            <a:lvl1pPr>
              <a:defRPr sz="4000">
                <a:solidFill>
                  <a:schemeClr val="tx2"/>
                </a:solidFill>
              </a:defRPr>
            </a:lvl1pPr>
          </a:lstStyle>
          <a:p>
            <a:pPr rtl="0"/>
            <a:r>
              <a:rPr lang="tr-TR" noProof="0" smtClean="0"/>
              <a:t>Asıl başlık stili için tıklatın</a:t>
            </a:r>
            <a:endParaRPr lang="tr-TR" noProof="0" dirty="0"/>
          </a:p>
        </p:txBody>
      </p:sp>
      <p:sp>
        <p:nvSpPr>
          <p:cNvPr id="4" name="Alt Bilgi Yer Tutucusu 3"/>
          <p:cNvSpPr>
            <a:spLocks noGrp="1"/>
          </p:cNvSpPr>
          <p:nvPr>
            <p:ph type="ftr" sz="quarter" idx="11"/>
          </p:nvPr>
        </p:nvSpPr>
        <p:spPr>
          <a:xfrm>
            <a:off x="7010400" y="612648"/>
            <a:ext cx="1767840" cy="457200"/>
          </a:xfrm>
        </p:spPr>
        <p:txBody>
          <a:bodyPr rtlCol="0"/>
          <a:lstStyle/>
          <a:p>
            <a:pPr rtl="0"/>
            <a:r>
              <a:rPr lang="tr-TR" noProof="0" dirty="0"/>
              <a:t>Alt bilgi ekleme</a:t>
            </a:r>
            <a:endParaRPr lang="tr-TR" noProof="0" dirty="0"/>
          </a:p>
        </p:txBody>
      </p:sp>
      <p:sp>
        <p:nvSpPr>
          <p:cNvPr id="3" name="Tarih Yer Tutucusu 2"/>
          <p:cNvSpPr>
            <a:spLocks noGrp="1"/>
          </p:cNvSpPr>
          <p:nvPr>
            <p:ph type="dt" sz="half" idx="10"/>
          </p:nvPr>
        </p:nvSpPr>
        <p:spPr>
          <a:xfrm>
            <a:off x="8778240" y="612648"/>
            <a:ext cx="1276352" cy="457200"/>
          </a:xfrm>
        </p:spPr>
        <p:txBody>
          <a:bodyPr rtlCol="0"/>
          <a:lstStyle>
            <a:lvl1pPr>
              <a:defRPr/>
            </a:lvl1pPr>
          </a:lstStyle>
          <a:p>
            <a:fld id="{851036E3-487C-41B5-92E9-47E0F0B9591B}" type="datetime1">
              <a:rPr lang="tr-TR" smtClean="0"/>
            </a:fld>
            <a:endParaRPr lang="tr-TR" dirty="0"/>
          </a:p>
        </p:txBody>
      </p:sp>
      <p:sp>
        <p:nvSpPr>
          <p:cNvPr id="5" name="Slayt Numarası Yer Tutucusu 4"/>
          <p:cNvSpPr>
            <a:spLocks noGrp="1"/>
          </p:cNvSpPr>
          <p:nvPr>
            <p:ph type="sldNum" sz="quarter" idx="12"/>
          </p:nvPr>
        </p:nvSpPr>
        <p:spPr>
          <a:xfrm>
            <a:off x="10899648" y="2272"/>
            <a:ext cx="1016000" cy="365760"/>
          </a:xfrm>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3" name="Alt Bilgi Yer Tutucusu 2"/>
          <p:cNvSpPr>
            <a:spLocks noGrp="1"/>
          </p:cNvSpPr>
          <p:nvPr>
            <p:ph type="ftr" sz="quarter" idx="11"/>
          </p:nvPr>
        </p:nvSpPr>
        <p:spPr/>
        <p:txBody>
          <a:bodyPr rtlCol="0"/>
          <a:lstStyle/>
          <a:p>
            <a:pPr rtl="0"/>
            <a:r>
              <a:rPr lang="tr-TR" noProof="0" dirty="0"/>
              <a:t>Alt bilgi ekleme</a:t>
            </a:r>
            <a:endParaRPr lang="tr-TR" noProof="0" dirty="0"/>
          </a:p>
        </p:txBody>
      </p:sp>
      <p:sp>
        <p:nvSpPr>
          <p:cNvPr id="2" name="Tarih Yer Tutucusu 1"/>
          <p:cNvSpPr>
            <a:spLocks noGrp="1"/>
          </p:cNvSpPr>
          <p:nvPr>
            <p:ph type="dt" sz="half" idx="10"/>
          </p:nvPr>
        </p:nvSpPr>
        <p:spPr/>
        <p:txBody>
          <a:bodyPr rtlCol="0"/>
          <a:lstStyle>
            <a:lvl1pPr>
              <a:defRPr/>
            </a:lvl1pPr>
          </a:lstStyle>
          <a:p>
            <a:fld id="{E7730CD3-31CA-47BB-8FC4-9AA93086A77D}" type="datetime1">
              <a:rPr lang="tr-TR" smtClean="0"/>
            </a:fld>
            <a:endParaRPr lang="tr-TR" dirty="0"/>
          </a:p>
        </p:txBody>
      </p:sp>
      <p:sp>
        <p:nvSpPr>
          <p:cNvPr id="4" name="Slayt Numarası Yer Tutucusu 3"/>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Resim Yazılı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7137995" y="1101970"/>
            <a:ext cx="4511040" cy="877824"/>
          </a:xfrm>
        </p:spPr>
        <p:txBody>
          <a:bodyPr rtlCol="0" anchor="b"/>
          <a:lstStyle>
            <a:lvl1pPr algn="l">
              <a:buNone/>
              <a:defRPr sz="1800" b="1"/>
            </a:lvl1pPr>
          </a:lstStyle>
          <a:p>
            <a:pPr rtl="0"/>
            <a:r>
              <a:rPr lang="tr-TR" noProof="0" dirty="0"/>
              <a:t>Asıl başlık stilini düzenle</a:t>
            </a:r>
            <a:endParaRPr lang="tr-TR" noProof="0" dirty="0"/>
          </a:p>
        </p:txBody>
      </p:sp>
      <p:sp>
        <p:nvSpPr>
          <p:cNvPr id="4" name="İçerik Yer Tutucusu 3"/>
          <p:cNvSpPr>
            <a:spLocks noGrp="1"/>
          </p:cNvSpPr>
          <p:nvPr>
            <p:ph sz="half" idx="1" hasCustomPrompt="1"/>
          </p:nvPr>
        </p:nvSpPr>
        <p:spPr>
          <a:xfrm>
            <a:off x="203200" y="776287"/>
            <a:ext cx="6803136" cy="5805083"/>
          </a:xfrm>
        </p:spPr>
        <p:txBody>
          <a:bodyPr rtlCol="0"/>
          <a:lstStyle>
            <a:lvl1pPr>
              <a:defRPr sz="3200"/>
            </a:lvl1pPr>
            <a:lvl2pPr>
              <a:defRPr sz="2800"/>
            </a:lvl2pPr>
            <a:lvl3pPr>
              <a:defRPr sz="2400"/>
            </a:lvl3pPr>
            <a:lvl4pPr>
              <a:defRPr sz="2000"/>
            </a:lvl4pPr>
            <a:lvl5pPr>
              <a:defRPr sz="20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3" name="Metin Yer Tutucusu 2"/>
          <p:cNvSpPr>
            <a:spLocks noGrp="1"/>
          </p:cNvSpPr>
          <p:nvPr>
            <p:ph type="body" idx="2" hasCustomPrompt="1"/>
          </p:nvPr>
        </p:nvSpPr>
        <p:spPr>
          <a:xfrm>
            <a:off x="7137995" y="2010727"/>
            <a:ext cx="4511040" cy="4580573"/>
          </a:xfrm>
        </p:spPr>
        <p:txBody>
          <a:bodyPr rtlCol="0"/>
          <a:lstStyle>
            <a:lvl1pPr marL="8890" indent="0">
              <a:buNone/>
              <a:defRPr sz="1400"/>
            </a:lvl1pPr>
            <a:lvl2pPr>
              <a:buNone/>
              <a:defRPr sz="1200"/>
            </a:lvl2pPr>
            <a:lvl3pPr>
              <a:buNone/>
              <a:defRPr sz="1000"/>
            </a:lvl3pPr>
            <a:lvl4pPr>
              <a:buNone/>
              <a:defRPr sz="900"/>
            </a:lvl4pPr>
            <a:lvl5pPr>
              <a:buNone/>
              <a:defRPr sz="900"/>
            </a:lvl5pPr>
          </a:lstStyle>
          <a:p>
            <a:pPr lvl="0" rtl="0" eaLnBrk="1" latinLnBrk="0" hangingPunct="1"/>
            <a:r>
              <a:rPr lang="tr-TR" noProof="0" smtClean="0"/>
              <a:t>Asıl metin stillerini düzenle</a:t>
            </a:r>
            <a:endParaRPr lang="tr-TR" noProof="0" smtClean="0"/>
          </a:p>
        </p:txBody>
      </p:sp>
      <p:sp>
        <p:nvSpPr>
          <p:cNvPr id="6" name="Alt Bilgi Yer Tutucusu 5"/>
          <p:cNvSpPr>
            <a:spLocks noGrp="1"/>
          </p:cNvSpPr>
          <p:nvPr>
            <p:ph type="ftr" sz="quarter" idx="11"/>
          </p:nvPr>
        </p:nvSpPr>
        <p:spPr/>
        <p:txBody>
          <a:bodyPr rtlCol="0"/>
          <a:lstStyle/>
          <a:p>
            <a:pPr rtl="0"/>
            <a:r>
              <a:rPr lang="tr-TR" noProof="0" dirty="0"/>
              <a:t>Alt bilgi ekleme</a:t>
            </a:r>
            <a:endParaRPr lang="tr-TR" noProof="0" dirty="0"/>
          </a:p>
        </p:txBody>
      </p:sp>
      <p:sp>
        <p:nvSpPr>
          <p:cNvPr id="5" name="Tarih Yer Tutucusu 4"/>
          <p:cNvSpPr>
            <a:spLocks noGrp="1"/>
          </p:cNvSpPr>
          <p:nvPr>
            <p:ph type="dt" sz="half" idx="10"/>
          </p:nvPr>
        </p:nvSpPr>
        <p:spPr/>
        <p:txBody>
          <a:bodyPr rtlCol="0"/>
          <a:lstStyle>
            <a:lvl1pPr>
              <a:defRPr/>
            </a:lvl1pPr>
          </a:lstStyle>
          <a:p>
            <a:fld id="{90C5B609-EC73-4CF8-A564-D90D0E54FA36}" type="datetime1">
              <a:rPr lang="tr-TR" smtClean="0"/>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Resim Yazılı Resim">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7253913" y="1109161"/>
            <a:ext cx="782404" cy="4681637"/>
          </a:xfrm>
        </p:spPr>
        <p:txBody>
          <a:bodyPr vert="vert270" lIns="45720" tIns="0" rIns="45720" rtlCol="0" anchor="t"/>
          <a:lstStyle>
            <a:lvl1pPr algn="ctr">
              <a:buNone/>
              <a:defRPr sz="2000" b="1"/>
            </a:lvl1pPr>
          </a:lstStyle>
          <a:p>
            <a:pPr rtl="0"/>
            <a:r>
              <a:rPr lang="tr-TR" noProof="0" smtClean="0"/>
              <a:t>Asıl başlık stili için tıklatın</a:t>
            </a:r>
            <a:endParaRPr lang="tr-TR" noProof="0" dirty="0"/>
          </a:p>
        </p:txBody>
      </p:sp>
      <p:sp>
        <p:nvSpPr>
          <p:cNvPr id="3" name="Resim Yer Tutucusu 2" descr="Resim eklemek için boş yer tutucu. Yer tutucuya tıklayın ve eklemek istediğiniz resmi seçin"/>
          <p:cNvSpPr>
            <a:spLocks noGrp="1"/>
          </p:cNvSpPr>
          <p:nvPr>
            <p:ph type="pic" idx="1" hasCustomPrompt="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rtlCol="0"/>
          <a:lstStyle>
            <a:lvl1pPr marL="0" indent="0">
              <a:buNone/>
              <a:defRPr sz="3200"/>
            </a:lvl1pPr>
          </a:lstStyle>
          <a:p>
            <a:pPr rtl="0"/>
            <a:r>
              <a:rPr lang="tr-TR" noProof="0" smtClean="0"/>
              <a:t>Resim eklemek için simgeyi tıklatın</a:t>
            </a:r>
            <a:endParaRPr kumimoji="0" lang="tr-TR" noProof="0" dirty="0"/>
          </a:p>
        </p:txBody>
      </p:sp>
      <p:sp>
        <p:nvSpPr>
          <p:cNvPr id="4" name="Metin Yer Tutucusu 3"/>
          <p:cNvSpPr>
            <a:spLocks noGrp="1"/>
          </p:cNvSpPr>
          <p:nvPr>
            <p:ph type="body" sz="half" idx="2" hasCustomPrompt="1"/>
          </p:nvPr>
        </p:nvSpPr>
        <p:spPr>
          <a:xfrm>
            <a:off x="8117924" y="3274309"/>
            <a:ext cx="3454400" cy="2516489"/>
          </a:xfrm>
        </p:spPr>
        <p:txBody>
          <a:bodyPr lIns="0" tIns="0" rIns="45720" rtlCol="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rtl="0" eaLnBrk="1" latinLnBrk="0" hangingPunct="1"/>
            <a:r>
              <a:rPr lang="tr-TR" noProof="0" smtClean="0"/>
              <a:t>Asıl metin stillerini düzenle</a:t>
            </a:r>
            <a:endParaRPr lang="tr-TR" noProof="0" smtClean="0"/>
          </a:p>
        </p:txBody>
      </p:sp>
      <p:sp>
        <p:nvSpPr>
          <p:cNvPr id="6" name="Alt Bilgi Yer Tutucusu 5"/>
          <p:cNvSpPr>
            <a:spLocks noGrp="1"/>
          </p:cNvSpPr>
          <p:nvPr>
            <p:ph type="ftr" sz="quarter" idx="11"/>
          </p:nvPr>
        </p:nvSpPr>
        <p:spPr/>
        <p:txBody>
          <a:bodyPr rtlCol="0"/>
          <a:lstStyle/>
          <a:p>
            <a:pPr rtl="0"/>
            <a:r>
              <a:rPr lang="tr-TR" noProof="0" dirty="0"/>
              <a:t>Alt bilgi ekleme</a:t>
            </a:r>
            <a:endParaRPr lang="tr-TR" noProof="0" dirty="0"/>
          </a:p>
        </p:txBody>
      </p:sp>
      <p:sp>
        <p:nvSpPr>
          <p:cNvPr id="5" name="Tarih Yer Tutucusu 4"/>
          <p:cNvSpPr>
            <a:spLocks noGrp="1"/>
          </p:cNvSpPr>
          <p:nvPr>
            <p:ph type="dt" sz="half" idx="10"/>
          </p:nvPr>
        </p:nvSpPr>
        <p:spPr/>
        <p:txBody>
          <a:bodyPr rtlCol="0"/>
          <a:lstStyle>
            <a:lvl1pPr>
              <a:defRPr/>
            </a:lvl1pPr>
          </a:lstStyle>
          <a:p>
            <a:fld id="{D85D7756-B745-4648-9348-5BA7D8FC560E}" type="datetime1">
              <a:rPr lang="tr-TR" smtClean="0"/>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p:cNvSpPr>
            <a:spLocks noGrp="1"/>
          </p:cNvSpPr>
          <p:nvPr>
            <p:ph type="title" hasCustomPrompt="1"/>
          </p:nvPr>
        </p:nvSpPr>
        <p:spPr/>
        <p:txBody>
          <a:bodyPr rtlCol="0"/>
          <a:lstStyle/>
          <a:p>
            <a:pPr rtl="0"/>
            <a:r>
              <a:rPr lang="tr-TR" noProof="0" smtClean="0"/>
              <a:t>Asıl başlık stili için tıklatın</a:t>
            </a:r>
            <a:endParaRPr lang="tr-TR" noProof="0" dirty="0"/>
          </a:p>
        </p:txBody>
      </p:sp>
      <p:sp>
        <p:nvSpPr>
          <p:cNvPr id="3" name="Dikey Metin Yer Tutucusu 2"/>
          <p:cNvSpPr>
            <a:spLocks noGrp="1"/>
          </p:cNvSpPr>
          <p:nvPr>
            <p:ph type="body" orient="vert" idx="1" hasCustomPrompt="1"/>
          </p:nvPr>
        </p:nvSpPr>
        <p:spPr/>
        <p:txBody>
          <a:bodyPr vert="eaVert" rtlCol="0"/>
          <a:lstStyle>
            <a:lvl1pPr>
              <a:defRPr/>
            </a:lvl1pPr>
            <a:lvl5pPr>
              <a:defRPr/>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443DEEBB-C631-4BE4-9EB9-151005B5892D}"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hasCustomPrompt="1"/>
          </p:nvPr>
        </p:nvSpPr>
        <p:spPr>
          <a:xfrm>
            <a:off x="9042400" y="1143000"/>
            <a:ext cx="2540000" cy="5448300"/>
          </a:xfrm>
        </p:spPr>
        <p:txBody>
          <a:bodyPr vert="eaVert" rtlCol="0"/>
          <a:lstStyle>
            <a:lvl1pPr>
              <a:defRPr/>
            </a:lvl1pPr>
          </a:lstStyle>
          <a:p>
            <a:pPr rtl="0"/>
            <a:r>
              <a:rPr lang="tr-TR" noProof="0" dirty="0"/>
              <a:t>Asıl başlık stilini düzenle</a:t>
            </a:r>
            <a:endParaRPr lang="tr-TR" noProof="0" dirty="0"/>
          </a:p>
        </p:txBody>
      </p:sp>
      <p:sp>
        <p:nvSpPr>
          <p:cNvPr id="3" name="Dikey Metin Yer Tutucusu 2"/>
          <p:cNvSpPr>
            <a:spLocks noGrp="1"/>
          </p:cNvSpPr>
          <p:nvPr>
            <p:ph type="body" orient="vert" idx="1" hasCustomPrompt="1"/>
          </p:nvPr>
        </p:nvSpPr>
        <p:spPr>
          <a:xfrm>
            <a:off x="609600" y="1143000"/>
            <a:ext cx="8331200" cy="5448300"/>
          </a:xfrm>
        </p:spPr>
        <p:txBody>
          <a:bodyPr vert="eaVert" rtlCol="0"/>
          <a:lstStyle>
            <a:lvl5pPr>
              <a:defRPr/>
            </a:lvl5pPr>
          </a:lstStyle>
          <a:p>
            <a:pPr lvl="0" rtl="0" eaLnBrk="1" latinLnBrk="0" hangingPunct="1"/>
            <a:r>
              <a:rPr lang="tr-TR" noProof="0" dirty="0"/>
              <a:t>Asıl metin stillerini düzenlemek için tıklayın</a:t>
            </a:r>
            <a:endParaRPr lang="tr-TR" noProof="0" dirty="0"/>
          </a:p>
          <a:p>
            <a:pPr lvl="1" rtl="0" eaLnBrk="1" latinLnBrk="0" hangingPunct="1"/>
            <a:r>
              <a:rPr lang="tr-TR" noProof="0" dirty="0"/>
              <a:t>İkinci düzey</a:t>
            </a:r>
            <a:endParaRPr lang="tr-TR" noProof="0" dirty="0"/>
          </a:p>
          <a:p>
            <a:pPr lvl="2" rtl="0" eaLnBrk="1" latinLnBrk="0" hangingPunct="1"/>
            <a:r>
              <a:rPr lang="tr-TR" noProof="0" dirty="0"/>
              <a:t>Üçüncü düzey</a:t>
            </a:r>
            <a:endParaRPr lang="tr-TR" noProof="0" dirty="0"/>
          </a:p>
          <a:p>
            <a:pPr lvl="3" rtl="0" eaLnBrk="1" latinLnBrk="0" hangingPunct="1"/>
            <a:r>
              <a:rPr lang="tr-TR" noProof="0" dirty="0"/>
              <a:t>Dördüncü düzey</a:t>
            </a:r>
            <a:endParaRPr lang="tr-TR" noProof="0" dirty="0"/>
          </a:p>
          <a:p>
            <a:pPr lvl="4" rtl="0" eaLnBrk="1" latinLnBrk="0" hangingPunct="1"/>
            <a:r>
              <a:rPr lang="tr-TR" noProof="0" dirty="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C76B82DB-6D5C-486A-98D3-E008B7673553}"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Dikdörtgen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9" name="Dikdörtgen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0" name="Dikdörtgen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1" name="Dikdörtgen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2" name="Dikdörtgen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3" name="Yuvarlatılmış Dikdörtgen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4" name="Yuvarlatılmış Dikdörtgen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5" name="Dikdörtgen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6" name="Dikdörtgen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7" name="Dikdörtgen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8" name="Dikdörtgen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9" name="Dikdörtgen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40" name="Dikdörtgen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2" name="Başlık Yer Tutucusu 21"/>
          <p:cNvSpPr>
            <a:spLocks noGrp="1"/>
          </p:cNvSpPr>
          <p:nvPr>
            <p:ph type="title"/>
          </p:nvPr>
        </p:nvSpPr>
        <p:spPr>
          <a:xfrm>
            <a:off x="609600" y="1143000"/>
            <a:ext cx="10972800" cy="1066800"/>
          </a:xfrm>
          <a:prstGeom prst="rect">
            <a:avLst/>
          </a:prstGeom>
        </p:spPr>
        <p:txBody>
          <a:bodyPr vert="horz" rtlCol="0" anchor="ctr">
            <a:normAutofit/>
          </a:bodyPr>
          <a:lstStyle/>
          <a:p>
            <a:pPr rtl="0"/>
            <a:r>
              <a:rPr lang="tr-TR" noProof="0" dirty="0"/>
              <a:t>Asıl başlık stilini düzenlemek için tıklayın</a:t>
            </a:r>
            <a:endParaRPr lang="tr-TR" noProof="0" dirty="0"/>
          </a:p>
        </p:txBody>
      </p:sp>
      <p:sp>
        <p:nvSpPr>
          <p:cNvPr id="13" name="Metin Yer Tutucusu 12"/>
          <p:cNvSpPr>
            <a:spLocks noGrp="1"/>
          </p:cNvSpPr>
          <p:nvPr>
            <p:ph type="body" idx="1"/>
          </p:nvPr>
        </p:nvSpPr>
        <p:spPr>
          <a:xfrm>
            <a:off x="609600" y="2249424"/>
            <a:ext cx="10972800" cy="4325112"/>
          </a:xfrm>
          <a:prstGeom prst="rect">
            <a:avLst/>
          </a:prstGeom>
        </p:spPr>
        <p:txBody>
          <a:bodyPr vert="horz" rtlCol="0">
            <a:normAutofit/>
          </a:bodyPr>
          <a:lstStyle/>
          <a:p>
            <a:pPr lvl="0" rtl="0"/>
            <a:r>
              <a:rPr lang="tr-TR" noProof="0" dirty="0"/>
              <a:t>Asıl metin stillerini düzenle</a:t>
            </a:r>
            <a:endParaRPr lang="tr-TR" noProof="0" dirty="0"/>
          </a:p>
          <a:p>
            <a:pPr lvl="1" rtl="0"/>
            <a:r>
              <a:rPr lang="tr-TR" noProof="0" dirty="0"/>
              <a:t>İkinci düzey</a:t>
            </a:r>
            <a:endParaRPr lang="tr-TR" noProof="0" dirty="0"/>
          </a:p>
          <a:p>
            <a:pPr lvl="2" rtl="0"/>
            <a:r>
              <a:rPr lang="tr-TR" noProof="0" dirty="0"/>
              <a:t>Üçüncü düzey</a:t>
            </a:r>
            <a:endParaRPr lang="tr-TR" noProof="0" dirty="0"/>
          </a:p>
          <a:p>
            <a:pPr lvl="3" rtl="0"/>
            <a:r>
              <a:rPr lang="tr-TR" noProof="0" dirty="0"/>
              <a:t>Dördüncü düzey</a:t>
            </a:r>
            <a:endParaRPr lang="tr-TR" noProof="0" dirty="0"/>
          </a:p>
          <a:p>
            <a:pPr lvl="4" rtl="0"/>
            <a:r>
              <a:rPr lang="tr-TR" noProof="0" dirty="0"/>
              <a:t>Beşinci düzey</a:t>
            </a:r>
            <a:endParaRPr lang="tr-TR" noProof="0" dirty="0"/>
          </a:p>
        </p:txBody>
      </p:sp>
      <p:sp>
        <p:nvSpPr>
          <p:cNvPr id="3" name="Alt Bilgi Yer Tutucusu 2"/>
          <p:cNvSpPr>
            <a:spLocks noGrp="1"/>
          </p:cNvSpPr>
          <p:nvPr>
            <p:ph type="ftr" sz="quarter" idx="3"/>
          </p:nvPr>
        </p:nvSpPr>
        <p:spPr>
          <a:xfrm>
            <a:off x="7010400" y="612648"/>
            <a:ext cx="1767840" cy="457200"/>
          </a:xfrm>
          <a:prstGeom prst="rect">
            <a:avLst/>
          </a:prstGeom>
        </p:spPr>
        <p:txBody>
          <a:bodyPr vert="horz" rtlCol="0"/>
          <a:lstStyle>
            <a:lvl1pPr algn="r" eaLnBrk="1" latinLnBrk="0" hangingPunct="1">
              <a:defRPr kumimoji="0" sz="1100">
                <a:solidFill>
                  <a:schemeClr val="accent2">
                    <a:lumMod val="75000"/>
                  </a:schemeClr>
                </a:solidFill>
              </a:defRPr>
            </a:lvl1pPr>
          </a:lstStyle>
          <a:p>
            <a:pPr rtl="0"/>
            <a:r>
              <a:rPr lang="tr-TR" noProof="0" dirty="0"/>
              <a:t>Alt bilgi ekleme</a:t>
            </a:r>
            <a:endParaRPr lang="tr-TR" noProof="0" dirty="0"/>
          </a:p>
        </p:txBody>
      </p:sp>
      <p:sp>
        <p:nvSpPr>
          <p:cNvPr id="14" name="Tarih Yer Tutucusu 13"/>
          <p:cNvSpPr>
            <a:spLocks noGrp="1"/>
          </p:cNvSpPr>
          <p:nvPr>
            <p:ph type="dt" sz="half" idx="2"/>
          </p:nvPr>
        </p:nvSpPr>
        <p:spPr>
          <a:xfrm>
            <a:off x="8782048" y="612648"/>
            <a:ext cx="1276352" cy="457200"/>
          </a:xfrm>
          <a:prstGeom prst="rect">
            <a:avLst/>
          </a:prstGeom>
        </p:spPr>
        <p:txBody>
          <a:bodyPr vert="horz" rtlCol="0"/>
          <a:lstStyle>
            <a:lvl1pPr algn="l" eaLnBrk="1" latinLnBrk="0" hangingPunct="1">
              <a:defRPr kumimoji="0" sz="1100">
                <a:solidFill>
                  <a:schemeClr val="accent2">
                    <a:lumMod val="75000"/>
                  </a:schemeClr>
                </a:solidFill>
              </a:defRPr>
            </a:lvl1pPr>
          </a:lstStyle>
          <a:p>
            <a:fld id="{8A9E5AA4-4083-47B0-96D9-3464BE7D917D}" type="datetime1">
              <a:rPr lang="tr-TR" smtClean="0"/>
            </a:fld>
            <a:endParaRPr lang="tr-TR" dirty="0"/>
          </a:p>
        </p:txBody>
      </p:sp>
      <p:sp>
        <p:nvSpPr>
          <p:cNvPr id="23" name="Slayt Numarası Yer Tutucusu 22"/>
          <p:cNvSpPr>
            <a:spLocks noGrp="1"/>
          </p:cNvSpPr>
          <p:nvPr>
            <p:ph type="sldNum" sz="quarter" idx="4"/>
          </p:nvPr>
        </p:nvSpPr>
        <p:spPr>
          <a:xfrm>
            <a:off x="10899648" y="2272"/>
            <a:ext cx="1016000" cy="365760"/>
          </a:xfrm>
          <a:prstGeom prst="rect">
            <a:avLst/>
          </a:prstGeom>
        </p:spPr>
        <p:txBody>
          <a:bodyPr vert="horz" rtlCol="0" anchor="b"/>
          <a:lstStyle>
            <a:lvl1pPr algn="r" eaLnBrk="1" latinLnBrk="0" hangingPunct="1">
              <a:defRPr kumimoji="0" sz="1800">
                <a:solidFill>
                  <a:srgbClr val="FFFFFF"/>
                </a:solidFill>
              </a:defRPr>
            </a:lvl1pPr>
          </a:lstStyle>
          <a:p>
            <a:pPr rtl="0"/>
            <a:fld id="{401CF334-2D5C-4859-84A6-CA7E6E43FAEB}" type="slidenum">
              <a:rPr lang="tr-TR" noProof="0" smtClean="0"/>
            </a:fld>
            <a:endParaRPr lang="tr-TR" noProof="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5905" algn="l" rtl="0" eaLnBrk="1" latinLnBrk="0" hangingPunct="1">
        <a:spcBef>
          <a:spcPts val="300"/>
        </a:spcBef>
        <a:buClr>
          <a:schemeClr val="accent3">
            <a:lumMod val="75000"/>
          </a:schemeClr>
        </a:buClr>
        <a:buFont typeface="Georgia" panose="02040502050405020303"/>
        <a:buChar char="•"/>
        <a:defRPr kumimoji="0" sz="2800" kern="1200">
          <a:solidFill>
            <a:schemeClr val="tx2"/>
          </a:solidFill>
          <a:latin typeface="+mn-lt"/>
          <a:ea typeface="+mn-ea"/>
          <a:cs typeface="+mn-cs"/>
        </a:defRPr>
      </a:lvl1pPr>
      <a:lvl2pPr marL="658495" indent="-247015" algn="l" rtl="0" eaLnBrk="1" latinLnBrk="0" hangingPunct="1">
        <a:spcBef>
          <a:spcPts val="300"/>
        </a:spcBef>
        <a:buClr>
          <a:schemeClr val="accent2">
            <a:lumMod val="75000"/>
          </a:schemeClr>
        </a:buClr>
        <a:buFont typeface="Georgia" panose="02040502050405020303"/>
        <a:buChar char="▫"/>
        <a:defRPr kumimoji="0" sz="2600" kern="1200">
          <a:solidFill>
            <a:schemeClr val="tx2"/>
          </a:solidFill>
          <a:latin typeface="+mn-lt"/>
          <a:ea typeface="+mn-ea"/>
          <a:cs typeface="+mn-cs"/>
        </a:defRPr>
      </a:lvl2pPr>
      <a:lvl3pPr marL="923290" indent="-219710" algn="l" rtl="0" eaLnBrk="1" latinLnBrk="0" hangingPunct="1">
        <a:spcBef>
          <a:spcPts val="300"/>
        </a:spcBef>
        <a:buClr>
          <a:schemeClr val="accent1">
            <a:lumMod val="50000"/>
          </a:schemeClr>
        </a:buClr>
        <a:buFont typeface="Wingdings 2" panose="05020102010507070707" pitchFamily="18" charset="2"/>
        <a:buChar char=""/>
        <a:defRPr kumimoji="0" sz="2400" kern="1200">
          <a:solidFill>
            <a:schemeClr val="tx2"/>
          </a:solidFill>
          <a:latin typeface="+mn-lt"/>
          <a:ea typeface="+mn-ea"/>
          <a:cs typeface="+mn-cs"/>
        </a:defRPr>
      </a:lvl3pPr>
      <a:lvl4pPr marL="1179830" indent="-201295" algn="l" rtl="0" eaLnBrk="1" latinLnBrk="0" hangingPunct="1">
        <a:spcBef>
          <a:spcPts val="300"/>
        </a:spcBef>
        <a:buClr>
          <a:schemeClr val="accent1">
            <a:lumMod val="50000"/>
          </a:schemeClr>
        </a:buClr>
        <a:buFont typeface="Wingdings 2" panose="05020102010507070707" pitchFamily="18" charset="2"/>
        <a:buChar char=""/>
        <a:defRPr kumimoji="0" sz="2200" kern="1200">
          <a:solidFill>
            <a:schemeClr val="tx2"/>
          </a:solidFill>
          <a:latin typeface="+mn-lt"/>
          <a:ea typeface="+mn-ea"/>
          <a:cs typeface="+mn-cs"/>
        </a:defRPr>
      </a:lvl4pPr>
      <a:lvl5pPr marL="1390015" indent="-182880" algn="l" rtl="0" eaLnBrk="1" latinLnBrk="0" hangingPunct="1">
        <a:spcBef>
          <a:spcPts val="300"/>
        </a:spcBef>
        <a:buClr>
          <a:schemeClr val="accent1">
            <a:lumMod val="50000"/>
          </a:schemeClr>
        </a:buClr>
        <a:buFont typeface="Wingdings 2" panose="05020102010507070707" pitchFamily="18" charset="2"/>
        <a:buChar char=""/>
        <a:defRPr kumimoji="0" sz="2000" kern="1200">
          <a:solidFill>
            <a:schemeClr val="tx2"/>
          </a:solidFill>
          <a:latin typeface="+mn-lt"/>
          <a:ea typeface="+mn-ea"/>
          <a:cs typeface="+mn-cs"/>
        </a:defRPr>
      </a:lvl5pPr>
      <a:lvl6pPr marL="1609090" indent="-182880" algn="l" rtl="0" eaLnBrk="1" latinLnBrk="0" hangingPunct="1">
        <a:spcBef>
          <a:spcPts val="300"/>
        </a:spcBef>
        <a:buClr>
          <a:schemeClr val="accent1">
            <a:lumMod val="50000"/>
          </a:schemeClr>
        </a:buClr>
        <a:buFont typeface="Wingdings 2" panose="05020102010507070707" pitchFamily="18" charset="2"/>
        <a:buChar char=""/>
        <a:defRPr kumimoji="0" sz="1800" kern="1200">
          <a:solidFill>
            <a:schemeClr val="tx2"/>
          </a:solidFill>
          <a:latin typeface="+mn-lt"/>
          <a:ea typeface="+mn-ea"/>
          <a:cs typeface="+mn-cs"/>
        </a:defRPr>
      </a:lvl6pPr>
      <a:lvl7pPr marL="1828800" indent="-182880" algn="l" rtl="0" eaLnBrk="1" latinLnBrk="0" hangingPunct="1">
        <a:spcBef>
          <a:spcPts val="300"/>
        </a:spcBef>
        <a:buClr>
          <a:schemeClr val="accent1">
            <a:lumMod val="50000"/>
          </a:schemeClr>
        </a:buClr>
        <a:buFont typeface="Wingdings 2" panose="05020102010507070707" pitchFamily="18" charset="2"/>
        <a:buChar char=""/>
        <a:defRPr kumimoji="0" sz="1600" kern="1200">
          <a:solidFill>
            <a:schemeClr val="tx2"/>
          </a:solidFill>
          <a:latin typeface="+mn-lt"/>
          <a:ea typeface="+mn-ea"/>
          <a:cs typeface="+mn-cs"/>
        </a:defRPr>
      </a:lvl7pPr>
      <a:lvl8pPr marL="2030095" indent="-182880" algn="l" rtl="0" eaLnBrk="1" latinLnBrk="0" hangingPunct="1">
        <a:spcBef>
          <a:spcPts val="300"/>
        </a:spcBef>
        <a:buClr>
          <a:schemeClr val="accent1">
            <a:lumMod val="50000"/>
          </a:schemeClr>
        </a:buClr>
        <a:buFont typeface="Wingdings 2" panose="05020102010507070707" pitchFamily="18" charset="2"/>
        <a:buChar char=""/>
        <a:defRPr kumimoji="0" sz="1500" kern="1200">
          <a:solidFill>
            <a:schemeClr val="tx2"/>
          </a:solidFill>
          <a:latin typeface="+mn-lt"/>
          <a:ea typeface="+mn-ea"/>
          <a:cs typeface="+mn-cs"/>
        </a:defRPr>
      </a:lvl8pPr>
      <a:lvl9pPr marL="2240280" indent="-182880" algn="l" rtl="0" eaLnBrk="1" latinLnBrk="0" hangingPunct="1">
        <a:spcBef>
          <a:spcPts val="300"/>
        </a:spcBef>
        <a:buClr>
          <a:schemeClr val="accent1">
            <a:lumMod val="50000"/>
          </a:schemeClr>
        </a:buClr>
        <a:buFont typeface="Wingdings 2" panose="05020102010507070707" pitchFamily="18" charset="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rtlCol="0"/>
          <a:lstStyle/>
          <a:p>
            <a:pPr rtl="0"/>
            <a:r>
              <a:rPr lang="tr-TR" dirty="0" smtClean="0"/>
              <a:t>Paralel Hesaplama</a:t>
            </a:r>
            <a:endParaRPr lang="tr-TR" dirty="0"/>
          </a:p>
        </p:txBody>
      </p:sp>
      <p:sp>
        <p:nvSpPr>
          <p:cNvPr id="3" name="Alt Başlık 2"/>
          <p:cNvSpPr>
            <a:spLocks noGrp="1"/>
          </p:cNvSpPr>
          <p:nvPr>
            <p:ph type="subTitle" idx="1"/>
          </p:nvPr>
        </p:nvSpPr>
        <p:spPr/>
        <p:txBody>
          <a:bodyPr rtlCol="0"/>
          <a:lstStyle/>
          <a:p>
            <a:pPr rtl="0"/>
            <a:r>
              <a:rPr lang="tr-TR" dirty="0" err="1" smtClean="0"/>
              <a:t>Öğr</a:t>
            </a:r>
            <a:r>
              <a:rPr lang="tr-TR" dirty="0" smtClean="0"/>
              <a:t>. Gör. Zafer SERİN</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PROCESS-THREAD KIYASLAMA</a:t>
            </a:r>
            <a:endParaRPr lang="tr-TR" dirty="0"/>
          </a:p>
        </p:txBody>
      </p:sp>
      <p:graphicFrame>
        <p:nvGraphicFramePr>
          <p:cNvPr id="4" name="İçerik Yer Tutucu 3"/>
          <p:cNvGraphicFramePr/>
          <p:nvPr>
            <p:ph idx="1"/>
          </p:nvPr>
        </p:nvGraphicFramePr>
        <p:xfrm>
          <a:off x="609600" y="2249424"/>
          <a:ext cx="10972800" cy="1905000"/>
        </p:xfrm>
        <a:graphic>
          <a:graphicData uri="http://schemas.openxmlformats.org/drawingml/2006/table">
            <a:tbl>
              <a:tblPr firstRow="1" bandRow="1">
                <a:tableStyleId>{3B4B98B0-60AC-42C2-AFA5-B58CD77FA1E5}</a:tableStyleId>
              </a:tblPr>
              <a:tblGrid>
                <a:gridCol w="5486400"/>
                <a:gridCol w="5486400"/>
              </a:tblGrid>
              <a:tr h="381000">
                <a:tc>
                  <a:txBody>
                    <a:bodyPr/>
                    <a:p>
                      <a:pPr>
                        <a:buNone/>
                      </a:pPr>
                      <a:r>
                        <a:rPr lang="tr-TR" altLang="en-US"/>
                        <a:t>Thread</a:t>
                      </a:r>
                      <a:endParaRPr lang="tr-TR" altLang="en-US"/>
                    </a:p>
                  </a:txBody>
                  <a:tcPr/>
                </a:tc>
                <a:tc>
                  <a:txBody>
                    <a:bodyPr/>
                    <a:p>
                      <a:pPr>
                        <a:buNone/>
                      </a:pPr>
                      <a:r>
                        <a:rPr lang="tr-TR" altLang="en-US"/>
                        <a:t>Process</a:t>
                      </a:r>
                      <a:endParaRPr lang="tr-TR" altLang="en-US"/>
                    </a:p>
                  </a:txBody>
                  <a:tcPr/>
                </a:tc>
              </a:tr>
              <a:tr h="381000">
                <a:tc>
                  <a:txBody>
                    <a:bodyPr/>
                    <a:p>
                      <a:pPr>
                        <a:buNone/>
                      </a:pPr>
                      <a:r>
                        <a:rPr lang="tr-TR" altLang="en-US"/>
                        <a:t>Aynı bellek alanında çalışırlar.</a:t>
                      </a:r>
                      <a:endParaRPr lang="tr-TR" altLang="en-US"/>
                    </a:p>
                  </a:txBody>
                  <a:tcPr/>
                </a:tc>
                <a:tc>
                  <a:txBody>
                    <a:bodyPr/>
                    <a:p>
                      <a:pPr>
                        <a:buNone/>
                      </a:pPr>
                      <a:r>
                        <a:rPr lang="tr-TR" altLang="en-US"/>
                        <a:t>Farklı bellek alanında çalışırlar</a:t>
                      </a:r>
                      <a:endParaRPr lang="tr-TR" altLang="en-US"/>
                    </a:p>
                  </a:txBody>
                  <a:tcPr/>
                </a:tc>
              </a:tr>
              <a:tr h="381000">
                <a:tc>
                  <a:txBody>
                    <a:bodyPr/>
                    <a:p>
                      <a:pPr>
                        <a:buNone/>
                      </a:pPr>
                      <a:r>
                        <a:rPr lang="tr-TR" altLang="en-US"/>
                        <a:t>Daha az sistem kaynağı tüketirler.</a:t>
                      </a:r>
                      <a:endParaRPr lang="tr-TR" altLang="en-US"/>
                    </a:p>
                  </a:txBody>
                  <a:tcPr/>
                </a:tc>
                <a:tc>
                  <a:txBody>
                    <a:bodyPr/>
                    <a:p>
                      <a:pPr>
                        <a:buNone/>
                      </a:pPr>
                      <a:r>
                        <a:rPr lang="tr-TR" altLang="en-US"/>
                        <a:t>Daha fazla sistem kaynağı tüketirler.</a:t>
                      </a:r>
                      <a:endParaRPr lang="tr-TR" altLang="en-US"/>
                    </a:p>
                  </a:txBody>
                  <a:tcPr/>
                </a:tc>
              </a:tr>
              <a:tr h="381000">
                <a:tc>
                  <a:txBody>
                    <a:bodyPr/>
                    <a:p>
                      <a:pPr>
                        <a:buNone/>
                      </a:pPr>
                      <a:r>
                        <a:rPr lang="tr-TR" altLang="en-US"/>
                        <a:t>İzolasyonları yoktur.</a:t>
                      </a:r>
                      <a:endParaRPr lang="tr-TR" altLang="en-US"/>
                    </a:p>
                  </a:txBody>
                  <a:tcPr/>
                </a:tc>
                <a:tc>
                  <a:txBody>
                    <a:bodyPr/>
                    <a:p>
                      <a:pPr>
                        <a:buNone/>
                      </a:pPr>
                      <a:r>
                        <a:rPr lang="tr-TR" altLang="en-US"/>
                        <a:t>İzolasyonları vardır.</a:t>
                      </a:r>
                      <a:endParaRPr lang="tr-TR" altLang="en-US"/>
                    </a:p>
                  </a:txBody>
                  <a:tcPr/>
                </a:tc>
              </a:tr>
              <a:tr h="381000">
                <a:tc>
                  <a:txBody>
                    <a:bodyPr/>
                    <a:p>
                      <a:pPr>
                        <a:buNone/>
                      </a:pPr>
                      <a:r>
                        <a:rPr lang="tr-TR" altLang="en-US"/>
                        <a:t>GIL vardır.</a:t>
                      </a:r>
                      <a:endParaRPr lang="tr-TR" altLang="en-US"/>
                    </a:p>
                  </a:txBody>
                  <a:tcPr/>
                </a:tc>
                <a:tc>
                  <a:txBody>
                    <a:bodyPr/>
                    <a:p>
                      <a:pPr>
                        <a:buNone/>
                      </a:pPr>
                      <a:r>
                        <a:rPr lang="tr-TR" altLang="en-US"/>
                        <a:t>GIL yoktur.</a:t>
                      </a:r>
                      <a:endParaRPr lang="tr-TR" altLang="en-US"/>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PROCESS OLUŞTURMA</a:t>
            </a:r>
            <a:endParaRPr lang="tr-TR" dirty="0"/>
          </a:p>
        </p:txBody>
      </p:sp>
      <p:sp>
        <p:nvSpPr>
          <p:cNvPr id="3" name="İçerik Yer Tutucusu 2"/>
          <p:cNvSpPr>
            <a:spLocks noGrp="1"/>
          </p:cNvSpPr>
          <p:nvPr>
            <p:ph idx="1"/>
          </p:nvPr>
        </p:nvSpPr>
        <p:spPr/>
        <p:txBody>
          <a:bodyPr rtlCol="0"/>
          <a:lstStyle/>
          <a:p>
            <a:pPr algn="just"/>
            <a:r>
              <a:rPr lang="tr-TR" dirty="0" smtClean="0"/>
              <a:t>Pek çok programlama dilinde bir </a:t>
            </a:r>
            <a:r>
              <a:rPr lang="tr-TR" dirty="0" err="1" smtClean="0"/>
              <a:t>Process</a:t>
            </a:r>
            <a:r>
              <a:rPr lang="tr-TR" dirty="0" smtClean="0"/>
              <a:t> başlatıldığında </a:t>
            </a:r>
            <a:r>
              <a:rPr lang="tr-TR" dirty="0" err="1" smtClean="0"/>
              <a:t>parent</a:t>
            </a:r>
            <a:r>
              <a:rPr lang="tr-TR" dirty="0" smtClean="0"/>
              <a:t>(ebeveyn) </a:t>
            </a:r>
            <a:r>
              <a:rPr lang="tr-TR" dirty="0" err="1" smtClean="0"/>
              <a:t>Process’in</a:t>
            </a:r>
            <a:r>
              <a:rPr lang="tr-TR" dirty="0" smtClean="0"/>
              <a:t> bellek alanı tamamen kopyalanır ve yeni bir </a:t>
            </a:r>
            <a:r>
              <a:rPr lang="tr-TR" dirty="0" err="1" smtClean="0"/>
              <a:t>Process</a:t>
            </a:r>
            <a:r>
              <a:rPr lang="tr-TR" dirty="0" smtClean="0"/>
              <a:t> oluşturulmuş olur. </a:t>
            </a:r>
            <a:r>
              <a:rPr lang="tr-TR" dirty="0" err="1" smtClean="0"/>
              <a:t>Python</a:t>
            </a:r>
            <a:r>
              <a:rPr lang="tr-TR" dirty="0" smtClean="0"/>
              <a:t> programlama dilinde bu durum biraz daha özelleştirilebilir.</a:t>
            </a:r>
            <a:endParaRPr lang="tr-TR" dirty="0" smtClean="0"/>
          </a:p>
          <a:p>
            <a:pPr algn="just"/>
            <a:r>
              <a:rPr lang="tr-TR" dirty="0" err="1" smtClean="0"/>
              <a:t>Python’da</a:t>
            </a:r>
            <a:r>
              <a:rPr lang="tr-TR" dirty="0" smtClean="0"/>
              <a:t> </a:t>
            </a:r>
            <a:r>
              <a:rPr lang="tr-TR" dirty="0" err="1" smtClean="0"/>
              <a:t>Process</a:t>
            </a:r>
            <a:r>
              <a:rPr lang="tr-TR" dirty="0" smtClean="0"/>
              <a:t> başlangıç metodu olarak 3 yöntem kullanılabilir. Bunlar: </a:t>
            </a:r>
            <a:r>
              <a:rPr lang="tr-TR" dirty="0" err="1" smtClean="0"/>
              <a:t>spawn</a:t>
            </a:r>
            <a:r>
              <a:rPr lang="tr-TR" dirty="0" smtClean="0"/>
              <a:t>, </a:t>
            </a:r>
            <a:r>
              <a:rPr lang="tr-TR" dirty="0" err="1" smtClean="0"/>
              <a:t>fork</a:t>
            </a:r>
            <a:r>
              <a:rPr lang="tr-TR" dirty="0" smtClean="0"/>
              <a:t> ve </a:t>
            </a:r>
            <a:r>
              <a:rPr lang="tr-TR" dirty="0" err="1" smtClean="0"/>
              <a:t>forkserver</a:t>
            </a:r>
            <a:r>
              <a:rPr lang="tr-TR" dirty="0" smtClean="0"/>
              <a:t> olarak adlandırılır. </a:t>
            </a:r>
            <a:r>
              <a:rPr lang="tr-TR" dirty="0" err="1" smtClean="0"/>
              <a:t>Spawn</a:t>
            </a:r>
            <a:r>
              <a:rPr lang="tr-TR" dirty="0" smtClean="0"/>
              <a:t> yöntemi Windows ve UNIX işletim sistemlerinde çalışırken </a:t>
            </a:r>
            <a:r>
              <a:rPr lang="tr-TR" dirty="0" err="1" smtClean="0"/>
              <a:t>fork</a:t>
            </a:r>
            <a:r>
              <a:rPr lang="tr-TR" dirty="0" smtClean="0"/>
              <a:t> ve </a:t>
            </a:r>
            <a:r>
              <a:rPr lang="tr-TR" dirty="0" err="1" smtClean="0"/>
              <a:t>forkserver</a:t>
            </a:r>
            <a:r>
              <a:rPr lang="tr-TR" dirty="0" smtClean="0"/>
              <a:t> yöntemleri sadece UNIX işletim sistemlerinde çalışır.</a:t>
            </a:r>
            <a:endParaRPr lang="tr-TR" dirty="0"/>
          </a:p>
          <a:p>
            <a:pPr marL="109855" indent="0" algn="just">
              <a:buNone/>
            </a:pP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PROCESS OLUŞTURMA</a:t>
            </a:r>
            <a:endParaRPr lang="tr-TR" dirty="0"/>
          </a:p>
        </p:txBody>
      </p:sp>
      <p:sp>
        <p:nvSpPr>
          <p:cNvPr id="3" name="İçerik Yer Tutucusu 2"/>
          <p:cNvSpPr>
            <a:spLocks noGrp="1"/>
          </p:cNvSpPr>
          <p:nvPr>
            <p:ph idx="1"/>
          </p:nvPr>
        </p:nvSpPr>
        <p:spPr/>
        <p:txBody>
          <a:bodyPr rtlCol="0"/>
          <a:lstStyle/>
          <a:p>
            <a:pPr algn="just"/>
            <a:r>
              <a:rPr lang="tr-TR" dirty="0" err="1" smtClean="0"/>
              <a:t>Fork</a:t>
            </a:r>
            <a:r>
              <a:rPr lang="tr-TR" dirty="0" smtClean="0"/>
              <a:t> yöntemi ile </a:t>
            </a:r>
            <a:r>
              <a:rPr lang="tr-TR" dirty="0" err="1" smtClean="0"/>
              <a:t>Process</a:t>
            </a:r>
            <a:r>
              <a:rPr lang="tr-TR" dirty="0" smtClean="0"/>
              <a:t> başlatıldığında tüm bellek alanı kopyalanırken </a:t>
            </a:r>
            <a:r>
              <a:rPr lang="tr-TR" dirty="0" err="1" smtClean="0"/>
              <a:t>Spawn</a:t>
            </a:r>
            <a:r>
              <a:rPr lang="tr-TR" dirty="0" smtClean="0"/>
              <a:t> ile </a:t>
            </a:r>
            <a:r>
              <a:rPr lang="tr-TR" dirty="0" err="1" smtClean="0"/>
              <a:t>Process</a:t>
            </a:r>
            <a:r>
              <a:rPr lang="tr-TR" dirty="0" smtClean="0"/>
              <a:t> başlatıldığında dosya tanımlayıcıları gibi bazı kısımlar kopyalanmaz. Bu sayede bellek alanından tasarruf edilmiş olur ama </a:t>
            </a:r>
            <a:r>
              <a:rPr lang="tr-TR" dirty="0" err="1" smtClean="0"/>
              <a:t>Process’i</a:t>
            </a:r>
            <a:r>
              <a:rPr lang="tr-TR" dirty="0" smtClean="0"/>
              <a:t> başlatmak daha uzun süre alır. </a:t>
            </a:r>
            <a:r>
              <a:rPr lang="tr-TR" dirty="0" err="1" smtClean="0"/>
              <a:t>Fork</a:t>
            </a:r>
            <a:r>
              <a:rPr lang="tr-TR" dirty="0" smtClean="0"/>
              <a:t> ile </a:t>
            </a:r>
            <a:r>
              <a:rPr lang="tr-TR" dirty="0" err="1" smtClean="0"/>
              <a:t>Process</a:t>
            </a:r>
            <a:r>
              <a:rPr lang="tr-TR" dirty="0" smtClean="0"/>
              <a:t> başlatıldığında ise tüm bellek alanı kopyalandığı için daha çok bellek kullanılır ama ayıklama ile uğraşmadığı için </a:t>
            </a:r>
            <a:r>
              <a:rPr lang="tr-TR" dirty="0" err="1" smtClean="0"/>
              <a:t>Process’i</a:t>
            </a:r>
            <a:r>
              <a:rPr lang="tr-TR" dirty="0" smtClean="0"/>
              <a:t> oldukça hızlı bir şekilde başlatır. Windows ve </a:t>
            </a:r>
            <a:r>
              <a:rPr lang="tr-TR" dirty="0" err="1" smtClean="0"/>
              <a:t>macOS</a:t>
            </a:r>
            <a:r>
              <a:rPr lang="tr-TR" dirty="0" smtClean="0"/>
              <a:t> işletim sistemleri için </a:t>
            </a:r>
            <a:r>
              <a:rPr lang="tr-TR" dirty="0" err="1" smtClean="0"/>
              <a:t>Spawn</a:t>
            </a:r>
            <a:r>
              <a:rPr lang="tr-TR" dirty="0" smtClean="0"/>
              <a:t> metodu varsayılan iken Linux işletim sistemi için </a:t>
            </a:r>
            <a:r>
              <a:rPr lang="tr-TR" dirty="0" err="1" smtClean="0"/>
              <a:t>Fork</a:t>
            </a:r>
            <a:r>
              <a:rPr lang="tr-TR" dirty="0" smtClean="0"/>
              <a:t> metodu varsayılandır.</a:t>
            </a:r>
            <a:endParaRPr lang="tr-TR" dirty="0"/>
          </a:p>
          <a:p>
            <a:pPr marL="109855" indent="0" algn="just">
              <a:buNone/>
            </a:pP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PROCESS OLUŞTURMA</a:t>
            </a:r>
            <a:endParaRPr lang="tr-TR" dirty="0"/>
          </a:p>
        </p:txBody>
      </p:sp>
      <p:sp>
        <p:nvSpPr>
          <p:cNvPr id="3" name="İçerik Yer Tutucusu 2"/>
          <p:cNvSpPr>
            <a:spLocks noGrp="1"/>
          </p:cNvSpPr>
          <p:nvPr>
            <p:ph idx="1"/>
          </p:nvPr>
        </p:nvSpPr>
        <p:spPr/>
        <p:txBody>
          <a:bodyPr rtlCol="0"/>
          <a:lstStyle/>
          <a:p>
            <a:pPr algn="just"/>
            <a:r>
              <a:rPr lang="tr-TR" dirty="0" err="1" smtClean="0"/>
              <a:t>ForkServer</a:t>
            </a:r>
            <a:r>
              <a:rPr lang="tr-TR" dirty="0" smtClean="0"/>
              <a:t> yöntemi ise diğer 2 yöntemin avantajlarını birlikte kullanmaya çalışan </a:t>
            </a:r>
            <a:r>
              <a:rPr lang="tr-TR" dirty="0" err="1" smtClean="0"/>
              <a:t>hibrit</a:t>
            </a:r>
            <a:r>
              <a:rPr lang="tr-TR" dirty="0" smtClean="0"/>
              <a:t> bir yaklaşımdır. Bu yöntemde ilk kez </a:t>
            </a:r>
            <a:r>
              <a:rPr lang="tr-TR" dirty="0" err="1" smtClean="0"/>
              <a:t>parent</a:t>
            </a:r>
            <a:r>
              <a:rPr lang="tr-TR" dirty="0" smtClean="0"/>
              <a:t> </a:t>
            </a:r>
            <a:r>
              <a:rPr lang="tr-TR" dirty="0" err="1" smtClean="0"/>
              <a:t>Process’ten</a:t>
            </a:r>
            <a:r>
              <a:rPr lang="tr-TR" dirty="0" smtClean="0"/>
              <a:t> bir başka </a:t>
            </a:r>
            <a:r>
              <a:rPr lang="tr-TR" dirty="0" err="1" smtClean="0"/>
              <a:t>Process</a:t>
            </a:r>
            <a:r>
              <a:rPr lang="tr-TR" dirty="0" smtClean="0"/>
              <a:t> oluşturulurken tüm bellek alanı kopyalanarak bir </a:t>
            </a:r>
            <a:r>
              <a:rPr lang="tr-TR" dirty="0" err="1" smtClean="0"/>
              <a:t>ForkServer</a:t>
            </a:r>
            <a:r>
              <a:rPr lang="tr-TR" dirty="0" smtClean="0"/>
              <a:t> oluşturulur ve bu </a:t>
            </a:r>
            <a:r>
              <a:rPr lang="tr-TR" dirty="0" err="1" smtClean="0"/>
              <a:t>ForkServer’ın</a:t>
            </a:r>
            <a:r>
              <a:rPr lang="tr-TR" dirty="0" smtClean="0"/>
              <a:t> belleği kullanılarak </a:t>
            </a:r>
            <a:r>
              <a:rPr lang="tr-TR" dirty="0" err="1" smtClean="0"/>
              <a:t>Process</a:t>
            </a:r>
            <a:r>
              <a:rPr lang="tr-TR" dirty="0" smtClean="0"/>
              <a:t> oluşturulur. 2. bir </a:t>
            </a:r>
            <a:r>
              <a:rPr lang="tr-TR" dirty="0" err="1" smtClean="0"/>
              <a:t>Process</a:t>
            </a:r>
            <a:r>
              <a:rPr lang="tr-TR" dirty="0" smtClean="0"/>
              <a:t> oluşturulmak istendiğinde bu sefer tüm işlemler yeniden yapılmak yerine 1. </a:t>
            </a:r>
            <a:r>
              <a:rPr lang="tr-TR" dirty="0" err="1" smtClean="0"/>
              <a:t>Process</a:t>
            </a:r>
            <a:r>
              <a:rPr lang="tr-TR" dirty="0" smtClean="0"/>
              <a:t> oluşturulurken kullanılan </a:t>
            </a:r>
            <a:r>
              <a:rPr lang="tr-TR" dirty="0" err="1" smtClean="0"/>
              <a:t>ForkServer</a:t>
            </a:r>
            <a:r>
              <a:rPr lang="tr-TR" dirty="0" smtClean="0"/>
              <a:t> belleği yeniden kullanılarak 2. </a:t>
            </a:r>
            <a:r>
              <a:rPr lang="tr-TR" dirty="0" err="1" smtClean="0"/>
              <a:t>Process</a:t>
            </a:r>
            <a:r>
              <a:rPr lang="tr-TR" dirty="0" smtClean="0"/>
              <a:t> oluşturulur.</a:t>
            </a:r>
            <a:endParaRPr lang="tr-TR" dirty="0" smtClean="0"/>
          </a:p>
          <a:p>
            <a:pPr algn="just"/>
            <a:r>
              <a:rPr lang="tr-TR" dirty="0" err="1" smtClean="0"/>
              <a:t>Spawn</a:t>
            </a:r>
            <a:r>
              <a:rPr lang="tr-TR" dirty="0" smtClean="0"/>
              <a:t> ve </a:t>
            </a:r>
            <a:r>
              <a:rPr lang="tr-TR" dirty="0" err="1" smtClean="0"/>
              <a:t>ForkServer</a:t>
            </a:r>
            <a:r>
              <a:rPr lang="tr-TR" dirty="0" smtClean="0"/>
              <a:t> yeni bir </a:t>
            </a:r>
            <a:r>
              <a:rPr lang="tr-TR" dirty="0" err="1" smtClean="0"/>
              <a:t>Python</a:t>
            </a:r>
            <a:r>
              <a:rPr lang="tr-TR" dirty="0" smtClean="0"/>
              <a:t> </a:t>
            </a:r>
            <a:r>
              <a:rPr lang="tr-TR" dirty="0" err="1" smtClean="0"/>
              <a:t>Interpreter’ı</a:t>
            </a:r>
            <a:r>
              <a:rPr lang="tr-TR" dirty="0" smtClean="0"/>
              <a:t> başlatırken </a:t>
            </a:r>
            <a:r>
              <a:rPr lang="tr-TR" dirty="0" err="1" smtClean="0"/>
              <a:t>Fork</a:t>
            </a:r>
            <a:r>
              <a:rPr lang="tr-TR" dirty="0" smtClean="0"/>
              <a:t> başlatmaz!</a:t>
            </a:r>
            <a:endParaRPr lang="tr-TR" dirty="0"/>
          </a:p>
          <a:p>
            <a:pPr marL="109855" indent="0" algn="just">
              <a:buNone/>
            </a:pP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PROCESS OLUŞTURMA</a:t>
            </a:r>
            <a:endParaRPr lang="tr-TR" dirty="0"/>
          </a:p>
        </p:txBody>
      </p:sp>
      <p:pic>
        <p:nvPicPr>
          <p:cNvPr id="4" name="İçerik Yer Tutucusu 3"/>
          <p:cNvPicPr>
            <a:picLocks noGrp="1" noChangeAspect="1"/>
          </p:cNvPicPr>
          <p:nvPr>
            <p:ph idx="1"/>
          </p:nvPr>
        </p:nvPicPr>
        <p:blipFill>
          <a:blip r:embed="rId1"/>
          <a:stretch>
            <a:fillRect/>
          </a:stretch>
        </p:blipFill>
        <p:spPr>
          <a:xfrm>
            <a:off x="609600" y="2293546"/>
            <a:ext cx="10972800" cy="4236233"/>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PROCESS OLUŞTURMA</a:t>
            </a:r>
            <a:endParaRPr lang="tr-TR" dirty="0"/>
          </a:p>
        </p:txBody>
      </p:sp>
      <p:pic>
        <p:nvPicPr>
          <p:cNvPr id="5" name="İçerik Yer Tutucusu 3"/>
          <p:cNvPicPr>
            <a:picLocks noGrp="1" noChangeAspect="1"/>
          </p:cNvPicPr>
          <p:nvPr>
            <p:ph idx="1"/>
          </p:nvPr>
        </p:nvPicPr>
        <p:blipFill>
          <a:blip r:embed="rId1"/>
          <a:stretch>
            <a:fillRect/>
          </a:stretch>
        </p:blipFill>
        <p:spPr>
          <a:xfrm>
            <a:off x="1852686" y="2249488"/>
            <a:ext cx="8486628" cy="43243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THREADLER VE PROCESSLER ARASI İLETİŞİM</a:t>
            </a:r>
            <a:endParaRPr lang="tr-TR" dirty="0"/>
          </a:p>
        </p:txBody>
      </p:sp>
      <p:sp>
        <p:nvSpPr>
          <p:cNvPr id="3" name="İçerik Yer Tutucusu 2"/>
          <p:cNvSpPr>
            <a:spLocks noGrp="1"/>
          </p:cNvSpPr>
          <p:nvPr>
            <p:ph idx="1"/>
          </p:nvPr>
        </p:nvSpPr>
        <p:spPr/>
        <p:txBody>
          <a:bodyPr rtlCol="0"/>
          <a:lstStyle/>
          <a:p>
            <a:pPr algn="just"/>
            <a:r>
              <a:rPr lang="tr-TR" dirty="0" err="1" smtClean="0"/>
              <a:t>Thread’ler</a:t>
            </a:r>
            <a:r>
              <a:rPr lang="tr-TR" dirty="0" smtClean="0"/>
              <a:t> ve </a:t>
            </a:r>
            <a:r>
              <a:rPr lang="tr-TR" dirty="0" err="1" smtClean="0"/>
              <a:t>Process’ler</a:t>
            </a:r>
            <a:r>
              <a:rPr lang="tr-TR" dirty="0" smtClean="0"/>
              <a:t> yaptıkları işlem ile ilgili diğer </a:t>
            </a:r>
            <a:r>
              <a:rPr lang="tr-TR" dirty="0" err="1" smtClean="0"/>
              <a:t>Thread</a:t>
            </a:r>
            <a:r>
              <a:rPr lang="tr-TR" dirty="0" smtClean="0"/>
              <a:t> veya </a:t>
            </a:r>
            <a:r>
              <a:rPr lang="tr-TR" dirty="0" err="1" smtClean="0"/>
              <a:t>Process’leri</a:t>
            </a:r>
            <a:r>
              <a:rPr lang="tr-TR" dirty="0" smtClean="0"/>
              <a:t> bilgilendirme, şu anki durum ile ilgili bilgi vermelidir. Aksi taktirde yapılacak işlemler hatalı olacak ve sonuçlar problemli olacaktır. </a:t>
            </a:r>
            <a:r>
              <a:rPr lang="tr-TR" dirty="0" err="1" smtClean="0"/>
              <a:t>Thread</a:t>
            </a:r>
            <a:r>
              <a:rPr lang="tr-TR" dirty="0" smtClean="0"/>
              <a:t> ve </a:t>
            </a:r>
            <a:r>
              <a:rPr lang="tr-TR" dirty="0" err="1" smtClean="0"/>
              <a:t>Process’ler</a:t>
            </a:r>
            <a:r>
              <a:rPr lang="tr-TR" dirty="0" smtClean="0"/>
              <a:t> arası iletişim için Inter-</a:t>
            </a:r>
            <a:r>
              <a:rPr lang="tr-TR" dirty="0" err="1" smtClean="0"/>
              <a:t>Process</a:t>
            </a:r>
            <a:r>
              <a:rPr lang="tr-TR" dirty="0" smtClean="0"/>
              <a:t>(</a:t>
            </a:r>
            <a:r>
              <a:rPr lang="tr-TR" dirty="0" err="1" smtClean="0"/>
              <a:t>Thread</a:t>
            </a:r>
            <a:r>
              <a:rPr lang="tr-TR" dirty="0" smtClean="0"/>
              <a:t>)-</a:t>
            </a:r>
            <a:r>
              <a:rPr lang="tr-TR" dirty="0" err="1" smtClean="0"/>
              <a:t>Communication</a:t>
            </a:r>
            <a:r>
              <a:rPr lang="tr-TR" dirty="0" smtClean="0"/>
              <a:t>(IPC - ITC) terimi kullanılır. Bu iletişim temel olarak 2 şekilde gerçekleşebilir. Bunlar: Message </a:t>
            </a:r>
            <a:r>
              <a:rPr lang="tr-TR" dirty="0" err="1" smtClean="0"/>
              <a:t>Passingg</a:t>
            </a:r>
            <a:r>
              <a:rPr lang="tr-TR" dirty="0" smtClean="0"/>
              <a:t>(Mesaj Gönderme) ve </a:t>
            </a:r>
            <a:r>
              <a:rPr lang="tr-TR" dirty="0" err="1" smtClean="0"/>
              <a:t>Shared</a:t>
            </a:r>
            <a:r>
              <a:rPr lang="tr-TR" dirty="0" smtClean="0"/>
              <a:t> Memory(Bellek Paylaşımı) olarak adlandırılır.</a:t>
            </a:r>
            <a:endParaRPr lang="tr-TR" dirty="0"/>
          </a:p>
          <a:p>
            <a:pPr marL="109855" indent="0" algn="just">
              <a:buNone/>
            </a:pP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THREADLER VE PROCESSLER ARASI İLETİŞİM</a:t>
            </a:r>
            <a:endParaRPr lang="tr-TR" dirty="0"/>
          </a:p>
        </p:txBody>
      </p:sp>
      <p:sp>
        <p:nvSpPr>
          <p:cNvPr id="3" name="İçerik Yer Tutucusu 2"/>
          <p:cNvSpPr>
            <a:spLocks noGrp="1"/>
          </p:cNvSpPr>
          <p:nvPr>
            <p:ph idx="1"/>
          </p:nvPr>
        </p:nvSpPr>
        <p:spPr/>
        <p:txBody>
          <a:bodyPr rtlCol="0"/>
          <a:lstStyle/>
          <a:p>
            <a:pPr algn="just"/>
            <a:r>
              <a:rPr lang="tr-TR" dirty="0" smtClean="0"/>
              <a:t>Message </a:t>
            </a:r>
            <a:r>
              <a:rPr lang="tr-TR" dirty="0" err="1" smtClean="0"/>
              <a:t>Passing</a:t>
            </a:r>
            <a:r>
              <a:rPr lang="tr-TR" dirty="0" smtClean="0"/>
              <a:t> yöntemi aynı insanların iletişim yöntemine benzer şekilde gerçekleşir. </a:t>
            </a:r>
            <a:r>
              <a:rPr lang="tr-TR" dirty="0" err="1" smtClean="0"/>
              <a:t>Thread</a:t>
            </a:r>
            <a:r>
              <a:rPr lang="tr-TR" dirty="0" smtClean="0"/>
              <a:t> veya </a:t>
            </a:r>
            <a:r>
              <a:rPr lang="tr-TR" dirty="0" err="1" smtClean="0"/>
              <a:t>Process</a:t>
            </a:r>
            <a:r>
              <a:rPr lang="tr-TR" dirty="0" smtClean="0"/>
              <a:t> yaptığı işlem ile ilgili bilgiyi diğerlerine iletir. Sanki konuşuyormuş veya mesaj atıyormuş gibi düşünülebilir.</a:t>
            </a:r>
            <a:endParaRPr lang="tr-TR" dirty="0" smtClean="0"/>
          </a:p>
          <a:p>
            <a:pPr algn="just"/>
            <a:r>
              <a:rPr lang="tr-TR" dirty="0" err="1" smtClean="0"/>
              <a:t>Shared</a:t>
            </a:r>
            <a:r>
              <a:rPr lang="tr-TR" dirty="0" smtClean="0"/>
              <a:t> Memory yönteminde ise ortak bir bellek alanı tanımlanır ve bu alana diğer </a:t>
            </a:r>
            <a:r>
              <a:rPr lang="tr-TR" dirty="0" err="1" smtClean="0"/>
              <a:t>Thread</a:t>
            </a:r>
            <a:r>
              <a:rPr lang="tr-TR" dirty="0" smtClean="0"/>
              <a:t> veya </a:t>
            </a:r>
            <a:r>
              <a:rPr lang="tr-TR" dirty="0" err="1" smtClean="0"/>
              <a:t>Process’ler</a:t>
            </a:r>
            <a:r>
              <a:rPr lang="tr-TR" dirty="0" smtClean="0"/>
              <a:t> bilgiyi yazarak diğerlerinin de öğrenmesini sağlar. Bir tahtaya yazı yazılması ve herkesin bu yazıyı okuyabilmesi gibi düşünülebilir. </a:t>
            </a:r>
            <a:r>
              <a:rPr lang="tr-TR" dirty="0" err="1" smtClean="0"/>
              <a:t>Thread’ler</a:t>
            </a:r>
            <a:r>
              <a:rPr lang="tr-TR" dirty="0" smtClean="0"/>
              <a:t> zaten ortak bellek alanı kullandıkları için bu yöntem </a:t>
            </a:r>
            <a:r>
              <a:rPr lang="tr-TR" dirty="0" err="1" smtClean="0"/>
              <a:t>Thread’lerde</a:t>
            </a:r>
            <a:r>
              <a:rPr lang="tr-TR" dirty="0" smtClean="0"/>
              <a:t> daha kolay uygulanabilir.</a:t>
            </a:r>
            <a:endParaRPr lang="tr-TR" dirty="0"/>
          </a:p>
          <a:p>
            <a:pPr marL="109855" indent="0" algn="just">
              <a:buNone/>
            </a:pP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THREADLER VE PROCESSLER ARASI İLETİŞİM</a:t>
            </a:r>
            <a:endParaRPr lang="tr-TR" dirty="0"/>
          </a:p>
        </p:txBody>
      </p:sp>
      <p:pic>
        <p:nvPicPr>
          <p:cNvPr id="4" name="İçerik Yer Tutucusu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219651" y="2535115"/>
            <a:ext cx="7752697" cy="3600000"/>
          </a:xfr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NEDEN SENKRONİZASYONA İHTİYACIMIZ VAR?</a:t>
            </a:r>
            <a:endParaRPr lang="tr-TR" dirty="0"/>
          </a:p>
        </p:txBody>
      </p:sp>
      <p:sp>
        <p:nvSpPr>
          <p:cNvPr id="3" name="İçerik Yer Tutucusu 2"/>
          <p:cNvSpPr>
            <a:spLocks noGrp="1"/>
          </p:cNvSpPr>
          <p:nvPr>
            <p:ph idx="1"/>
          </p:nvPr>
        </p:nvSpPr>
        <p:spPr/>
        <p:txBody>
          <a:bodyPr rtlCol="0"/>
          <a:lstStyle/>
          <a:p>
            <a:pPr algn="just"/>
            <a:r>
              <a:rPr lang="tr-TR" dirty="0"/>
              <a:t>Bir örnek ile anlatmak gerekirse Kazanan ve Harcayan isminde 2 kişi olduğunu düşünelim.</a:t>
            </a:r>
            <a:endParaRPr lang="tr-TR" dirty="0"/>
          </a:p>
          <a:p>
            <a:pPr algn="just"/>
            <a:r>
              <a:rPr lang="tr-TR" dirty="0"/>
              <a:t>Kazanan kişi 10 TL kazanmakta ve Harcayan kişi 10 TL harcamakta olsun</a:t>
            </a:r>
            <a:endParaRPr lang="tr-TR" dirty="0"/>
          </a:p>
          <a:p>
            <a:pPr algn="just"/>
            <a:r>
              <a:rPr lang="tr-TR" dirty="0"/>
              <a:t>Kazanan ve Harcayanın ortak bir banka hesabında başlangıç için 100 TL paraları olsun.</a:t>
            </a:r>
            <a:endParaRPr lang="tr-TR" dirty="0"/>
          </a:p>
          <a:p>
            <a:pPr algn="just"/>
            <a:r>
              <a:rPr lang="tr-TR" dirty="0"/>
              <a:t>Bu durumda Kazanan kişi banka hesabında ki 100 TL değerini okur ve 10 TL kazandığı zaman ilgili banka hesabına 110 TL olarak yeni değeri yazar.</a:t>
            </a:r>
            <a:endParaRPr lang="tr-TR" dirty="0"/>
          </a:p>
          <a:p>
            <a:pPr algn="just"/>
            <a:r>
              <a:rPr lang="tr-TR" dirty="0"/>
              <a:t>Harcayan kişi ise banka hesabındaki yeni 110 TL değerini okur ve 10 TL harcadığı zaman ilgili banka hesabına 100 TL olarak yeni değeri yazar</a:t>
            </a:r>
            <a:r>
              <a:rPr lang="tr-TR" dirty="0" smtClean="0"/>
              <a:t>.</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NEDEN SENKRONİZASYONA İHTİYACIMIZ VAR?</a:t>
            </a:r>
            <a:endParaRPr lang="tr-TR" dirty="0"/>
          </a:p>
        </p:txBody>
      </p:sp>
      <p:sp>
        <p:nvSpPr>
          <p:cNvPr id="3" name="İçerik Yer Tutucusu 2"/>
          <p:cNvSpPr>
            <a:spLocks noGrp="1"/>
          </p:cNvSpPr>
          <p:nvPr>
            <p:ph idx="1"/>
          </p:nvPr>
        </p:nvSpPr>
        <p:spPr/>
        <p:txBody>
          <a:bodyPr/>
          <a:lstStyle/>
          <a:p>
            <a:pPr algn="just"/>
            <a:r>
              <a:rPr lang="tr-TR" dirty="0" smtClean="0"/>
              <a:t>Banka hesabındaki değerin </a:t>
            </a:r>
            <a:r>
              <a:rPr lang="tr-TR" u="sng" dirty="0" smtClean="0"/>
              <a:t>sırayla okunması paralel değil seri hesaplamaya</a:t>
            </a:r>
            <a:r>
              <a:rPr lang="tr-TR" dirty="0" smtClean="0"/>
              <a:t> bir örnek olarak verilir.</a:t>
            </a:r>
            <a:endParaRPr lang="tr-TR" dirty="0" smtClean="0"/>
          </a:p>
          <a:p>
            <a:pPr algn="just"/>
            <a:r>
              <a:rPr lang="tr-TR" dirty="0" smtClean="0"/>
              <a:t>Paralel hesaplama söz konusu olduğunda banka hesabında ki 100 TL değeri hem Kazanan hem de Harcayan kişi tarafından aynı anda okunabilir. Bu durumda kazanan kişi 100 TL değerini ve Harcayan kişi de 100 TL değerini okuyacaktır.</a:t>
            </a:r>
            <a:endParaRPr lang="tr-TR" dirty="0" smtClean="0"/>
          </a:p>
          <a:p>
            <a:pPr algn="just"/>
            <a:r>
              <a:rPr lang="tr-TR" dirty="0" smtClean="0"/>
              <a:t>Kazanan kişi 100 TL değerini okuduğu için ilgili bellek alanına 10 TL ile birlikte 110 TL yazar ama Harcayan kişi de 100 TL başlangıç değerini </a:t>
            </a:r>
            <a:r>
              <a:rPr lang="tr-TR" dirty="0" err="1" smtClean="0"/>
              <a:t>okuduğı</a:t>
            </a:r>
            <a:r>
              <a:rPr lang="tr-TR" dirty="0" smtClean="0"/>
              <a:t> için o da ilgili bellek alanına 90 TL yazar.</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NEDEN SENKRONİZASYONA İHTİYACIMIZ VAR?</a:t>
            </a:r>
            <a:endParaRPr lang="tr-TR" dirty="0"/>
          </a:p>
        </p:txBody>
      </p:sp>
      <p:sp>
        <p:nvSpPr>
          <p:cNvPr id="3" name="İçerik Yer Tutucusu 2"/>
          <p:cNvSpPr>
            <a:spLocks noGrp="1"/>
          </p:cNvSpPr>
          <p:nvPr>
            <p:ph idx="1"/>
          </p:nvPr>
        </p:nvSpPr>
        <p:spPr/>
        <p:txBody>
          <a:bodyPr>
            <a:normAutofit lnSpcReduction="10000"/>
          </a:bodyPr>
          <a:lstStyle/>
          <a:p>
            <a:pPr algn="just"/>
            <a:r>
              <a:rPr lang="tr-TR" dirty="0" smtClean="0"/>
              <a:t>Bu işlem sonucunda başlangıçta 100 TL olan banka hesabında Kazanan kişi 10 TL kazanmış, Harcayan kişi ise 10 TL harcamış olmasına rağmen hesapta 90 TL kalmış olacak ve 10 TL kayıp olacaktır. İşte bu gibi bir problemin önlenmesi için </a:t>
            </a:r>
            <a:r>
              <a:rPr lang="tr-TR" dirty="0" err="1" smtClean="0"/>
              <a:t>Thread</a:t>
            </a:r>
            <a:r>
              <a:rPr lang="tr-TR" dirty="0" smtClean="0"/>
              <a:t> Senkronizasyonuna ihtiyacımız vardır. Yaşanan bu olaya </a:t>
            </a:r>
            <a:r>
              <a:rPr lang="tr-TR" dirty="0" err="1" smtClean="0"/>
              <a:t>race</a:t>
            </a:r>
            <a:r>
              <a:rPr lang="tr-TR" dirty="0" smtClean="0"/>
              <a:t> </a:t>
            </a:r>
            <a:r>
              <a:rPr lang="tr-TR" dirty="0" err="1" smtClean="0"/>
              <a:t>condition</a:t>
            </a:r>
            <a:r>
              <a:rPr lang="tr-TR" dirty="0" smtClean="0"/>
              <a:t>(yarış durumu) adı verilir.</a:t>
            </a:r>
            <a:endParaRPr lang="tr-TR" dirty="0" smtClean="0"/>
          </a:p>
          <a:p>
            <a:pPr algn="just"/>
            <a:r>
              <a:rPr lang="tr-TR" dirty="0" smtClean="0"/>
              <a:t>Burada Kazanan kişi 1.Thread, Harcayan kişi 2.Thread, ortak banka hesabı ve para değeri ise ortak kullanılan bellek alanını ifade etmektedir.</a:t>
            </a:r>
            <a:endParaRPr lang="tr-TR" dirty="0" smtClean="0"/>
          </a:p>
          <a:p>
            <a:pPr algn="just"/>
            <a:r>
              <a:rPr lang="tr-TR" dirty="0" smtClean="0"/>
              <a:t>Donanım özelliklerine, işletim sistemine, RAM miktarına vb. sebeplere bağlı olarak senkronizasyon olmasa da doğru sonuçlar elde edilebilir. Buna karşın doğru kodlama yapmak önemlidir.</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NEDEN SENKRONİZASYONA İHTİYACIMIZ VAR?</a:t>
            </a:r>
            <a:endParaRPr lang="tr-TR" dirty="0"/>
          </a:p>
        </p:txBody>
      </p:sp>
      <p:sp>
        <p:nvSpPr>
          <p:cNvPr id="3" name="İçerik Yer Tutucusu 2"/>
          <p:cNvSpPr>
            <a:spLocks noGrp="1"/>
          </p:cNvSpPr>
          <p:nvPr>
            <p:ph idx="1"/>
          </p:nvPr>
        </p:nvSpPr>
        <p:spPr/>
        <p:txBody>
          <a:bodyPr>
            <a:normAutofit/>
          </a:bodyPr>
          <a:lstStyle/>
          <a:p>
            <a:r>
              <a:rPr lang="tr-TR" dirty="0" smtClean="0"/>
              <a:t>Yaşanan bu durum </a:t>
            </a:r>
            <a:r>
              <a:rPr lang="tr-TR" dirty="0" err="1" smtClean="0"/>
              <a:t>Process</a:t>
            </a:r>
            <a:r>
              <a:rPr lang="tr-TR" dirty="0" smtClean="0"/>
              <a:t> kullanırken de ortaya çıkabilir.</a:t>
            </a:r>
            <a:endParaRPr lang="tr-TR"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MUTEX İLE SENKRONİZASYON</a:t>
            </a:r>
            <a:endParaRPr lang="tr-TR" dirty="0"/>
          </a:p>
        </p:txBody>
      </p:sp>
      <p:sp>
        <p:nvSpPr>
          <p:cNvPr id="3" name="İçerik Yer Tutucusu 2"/>
          <p:cNvSpPr>
            <a:spLocks noGrp="1"/>
          </p:cNvSpPr>
          <p:nvPr>
            <p:ph idx="1"/>
          </p:nvPr>
        </p:nvSpPr>
        <p:spPr/>
        <p:txBody>
          <a:bodyPr>
            <a:normAutofit/>
          </a:bodyPr>
          <a:lstStyle/>
          <a:p>
            <a:r>
              <a:rPr lang="tr-TR" dirty="0" err="1" smtClean="0"/>
              <a:t>Mutex</a:t>
            </a:r>
            <a:r>
              <a:rPr lang="tr-TR" dirty="0" smtClean="0"/>
              <a:t> kullanımı en basit haliyle ilgili kodun belirli bir bölümüne aynı anda sadece 1 </a:t>
            </a:r>
            <a:r>
              <a:rPr lang="tr-TR" dirty="0" err="1" smtClean="0"/>
              <a:t>Thread</a:t>
            </a:r>
            <a:r>
              <a:rPr lang="tr-TR" dirty="0" smtClean="0"/>
              <a:t> veya </a:t>
            </a:r>
            <a:r>
              <a:rPr lang="tr-TR" dirty="0" err="1" smtClean="0"/>
              <a:t>Process’in</a:t>
            </a:r>
            <a:r>
              <a:rPr lang="tr-TR" dirty="0" smtClean="0"/>
              <a:t> müdahale edebileceği bir yaklaşımdır.</a:t>
            </a:r>
            <a:endParaRPr lang="tr-TR" dirty="0" smtClean="0"/>
          </a:p>
          <a:p>
            <a:r>
              <a:rPr lang="tr-TR" dirty="0" smtClean="0"/>
              <a:t>İlgili kod bölümünün korunduğu, kilitlendiği düşünülebilir.</a:t>
            </a:r>
            <a:endParaRPr lang="tr-TR" dirty="0" smtClean="0"/>
          </a:p>
          <a:p>
            <a:pPr marL="109855" indent="0">
              <a:buNone/>
            </a:pPr>
            <a:r>
              <a:rPr lang="tr-TR" dirty="0" err="1"/>
              <a:t>f</a:t>
            </a:r>
            <a:r>
              <a:rPr lang="tr-TR" dirty="0" err="1" smtClean="0"/>
              <a:t>rom</a:t>
            </a:r>
            <a:r>
              <a:rPr lang="tr-TR" dirty="0" smtClean="0"/>
              <a:t> </a:t>
            </a:r>
            <a:r>
              <a:rPr lang="tr-TR" dirty="0" err="1" smtClean="0"/>
              <a:t>threading</a:t>
            </a:r>
            <a:r>
              <a:rPr lang="tr-TR" dirty="0" smtClean="0"/>
              <a:t> </a:t>
            </a:r>
            <a:r>
              <a:rPr lang="tr-TR" dirty="0" err="1" smtClean="0"/>
              <a:t>import</a:t>
            </a:r>
            <a:r>
              <a:rPr lang="tr-TR" dirty="0" smtClean="0"/>
              <a:t> </a:t>
            </a:r>
            <a:r>
              <a:rPr lang="tr-TR" dirty="0" err="1" smtClean="0"/>
              <a:t>Lock</a:t>
            </a:r>
            <a:endParaRPr lang="tr-TR" dirty="0" smtClean="0"/>
          </a:p>
          <a:p>
            <a:pPr marL="109855" indent="0">
              <a:buNone/>
            </a:pPr>
            <a:r>
              <a:rPr lang="tr-TR" dirty="0" err="1"/>
              <a:t>m</a:t>
            </a:r>
            <a:r>
              <a:rPr lang="tr-TR" dirty="0" err="1" smtClean="0"/>
              <a:t>utex</a:t>
            </a:r>
            <a:r>
              <a:rPr lang="tr-TR" dirty="0" smtClean="0"/>
              <a:t> = </a:t>
            </a:r>
            <a:r>
              <a:rPr lang="tr-TR" dirty="0" err="1" smtClean="0"/>
              <a:t>Lock</a:t>
            </a:r>
            <a:r>
              <a:rPr lang="tr-TR" dirty="0" smtClean="0"/>
              <a:t>()</a:t>
            </a:r>
            <a:endParaRPr lang="tr-TR" dirty="0" smtClean="0"/>
          </a:p>
          <a:p>
            <a:pPr marL="109855" indent="0">
              <a:buNone/>
            </a:pPr>
            <a:r>
              <a:rPr lang="tr-TR" dirty="0" err="1"/>
              <a:t>m</a:t>
            </a:r>
            <a:r>
              <a:rPr lang="tr-TR" dirty="0" err="1" smtClean="0"/>
              <a:t>utex.acquire</a:t>
            </a:r>
            <a:r>
              <a:rPr lang="tr-TR" dirty="0" smtClean="0"/>
              <a:t>()</a:t>
            </a:r>
            <a:endParaRPr lang="tr-TR" dirty="0" smtClean="0"/>
          </a:p>
          <a:p>
            <a:pPr marL="109855" indent="0">
              <a:buNone/>
            </a:pPr>
            <a:r>
              <a:rPr lang="tr-TR" dirty="0" smtClean="0"/>
              <a:t># Bu aralıktaki kodlara aynı anda sadece 1 </a:t>
            </a:r>
            <a:r>
              <a:rPr lang="tr-TR" dirty="0" err="1" smtClean="0"/>
              <a:t>Thread</a:t>
            </a:r>
            <a:r>
              <a:rPr lang="tr-TR" dirty="0" smtClean="0"/>
              <a:t> veya </a:t>
            </a:r>
            <a:r>
              <a:rPr lang="tr-TR" dirty="0" err="1" smtClean="0"/>
              <a:t>Process</a:t>
            </a:r>
            <a:r>
              <a:rPr lang="tr-TR" dirty="0" smtClean="0"/>
              <a:t> erişebilir</a:t>
            </a:r>
            <a:endParaRPr lang="tr-TR" dirty="0" smtClean="0"/>
          </a:p>
          <a:p>
            <a:pPr marL="109855" indent="0">
              <a:buNone/>
            </a:pPr>
            <a:r>
              <a:rPr lang="tr-TR" dirty="0" err="1"/>
              <a:t>m</a:t>
            </a:r>
            <a:r>
              <a:rPr lang="tr-TR" dirty="0" err="1" smtClean="0"/>
              <a:t>utex.release</a:t>
            </a:r>
            <a:r>
              <a:rPr lang="tr-TR" dirty="0" smtClean="0"/>
              <a:t>()</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smtClean="0"/>
              <a:t>Join</a:t>
            </a:r>
            <a:r>
              <a:rPr lang="tr-TR" dirty="0" smtClean="0"/>
              <a:t> Kullanımı</a:t>
            </a:r>
            <a:endParaRPr lang="tr-TR" dirty="0"/>
          </a:p>
        </p:txBody>
      </p:sp>
      <p:sp>
        <p:nvSpPr>
          <p:cNvPr id="3" name="İçerik Yer Tutucusu 2"/>
          <p:cNvSpPr>
            <a:spLocks noGrp="1"/>
          </p:cNvSpPr>
          <p:nvPr>
            <p:ph idx="1"/>
          </p:nvPr>
        </p:nvSpPr>
        <p:spPr/>
        <p:txBody>
          <a:bodyPr>
            <a:normAutofit/>
          </a:bodyPr>
          <a:lstStyle/>
          <a:p>
            <a:pPr algn="just"/>
            <a:r>
              <a:rPr lang="tr-TR" dirty="0" err="1" smtClean="0"/>
              <a:t>Python</a:t>
            </a:r>
            <a:r>
              <a:rPr lang="tr-TR" dirty="0" smtClean="0"/>
              <a:t> ile </a:t>
            </a:r>
            <a:r>
              <a:rPr lang="tr-TR" dirty="0" err="1" smtClean="0"/>
              <a:t>Thread</a:t>
            </a:r>
            <a:r>
              <a:rPr lang="tr-TR" dirty="0" smtClean="0"/>
              <a:t> veya </a:t>
            </a:r>
            <a:r>
              <a:rPr lang="tr-TR" dirty="0" err="1" smtClean="0"/>
              <a:t>Process</a:t>
            </a:r>
            <a:r>
              <a:rPr lang="tr-TR" dirty="0" smtClean="0"/>
              <a:t> kullanırken </a:t>
            </a:r>
            <a:r>
              <a:rPr lang="tr-TR" dirty="0" err="1" smtClean="0"/>
              <a:t>join</a:t>
            </a:r>
            <a:r>
              <a:rPr lang="tr-TR" dirty="0" smtClean="0"/>
              <a:t>() metodu çağrılarak ilgili </a:t>
            </a:r>
            <a:r>
              <a:rPr lang="tr-TR" dirty="0" err="1" smtClean="0"/>
              <a:t>Thread</a:t>
            </a:r>
            <a:r>
              <a:rPr lang="tr-TR" dirty="0" smtClean="0"/>
              <a:t> veya </a:t>
            </a:r>
            <a:r>
              <a:rPr lang="tr-TR" dirty="0" err="1" smtClean="0"/>
              <a:t>Process’in</a:t>
            </a:r>
            <a:r>
              <a:rPr lang="tr-TR" dirty="0" smtClean="0"/>
              <a:t> bitmesi beklenebilir. Burada dikkat edilmesi gereken nokta </a:t>
            </a:r>
            <a:r>
              <a:rPr lang="tr-TR" dirty="0" err="1" smtClean="0"/>
              <a:t>join</a:t>
            </a:r>
            <a:r>
              <a:rPr lang="tr-TR" dirty="0" smtClean="0"/>
              <a:t>() metodu hangi </a:t>
            </a:r>
            <a:r>
              <a:rPr lang="tr-TR" dirty="0" err="1" smtClean="0"/>
              <a:t>Thread</a:t>
            </a:r>
            <a:r>
              <a:rPr lang="tr-TR" dirty="0" smtClean="0"/>
              <a:t> veya </a:t>
            </a:r>
            <a:r>
              <a:rPr lang="tr-TR" dirty="0" err="1" smtClean="0"/>
              <a:t>Process</a:t>
            </a:r>
            <a:r>
              <a:rPr lang="tr-TR" dirty="0" smtClean="0"/>
              <a:t> üzerinden çağrılıyorsa o </a:t>
            </a:r>
            <a:r>
              <a:rPr lang="tr-TR" dirty="0" err="1" smtClean="0"/>
              <a:t>Thread</a:t>
            </a:r>
            <a:r>
              <a:rPr lang="tr-TR" dirty="0" smtClean="0"/>
              <a:t> veya </a:t>
            </a:r>
            <a:r>
              <a:rPr lang="tr-TR" dirty="0" err="1" smtClean="0"/>
              <a:t>Process</a:t>
            </a:r>
            <a:r>
              <a:rPr lang="tr-TR" dirty="0" smtClean="0"/>
              <a:t> bitmeden kodun geri kalanının işlenmeyeceğidir!</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ğitim sunusu">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Eğitim sunusu</Template>
  <TotalTime>0</TotalTime>
  <Words>5697</Words>
  <Application>WPS Sunum</Application>
  <PresentationFormat>Geniş ekran</PresentationFormat>
  <Paragraphs>98</Paragraphs>
  <Slides>16</Slides>
  <Notes>9</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16</vt:i4>
      </vt:variant>
    </vt:vector>
  </HeadingPairs>
  <TitlesOfParts>
    <vt:vector size="26" baseType="lpstr">
      <vt:lpstr>Arial</vt:lpstr>
      <vt:lpstr>SimSun</vt:lpstr>
      <vt:lpstr>Wingdings</vt:lpstr>
      <vt:lpstr>Georgia</vt:lpstr>
      <vt:lpstr>Wingdings 2</vt:lpstr>
      <vt:lpstr>Wingdings</vt:lpstr>
      <vt:lpstr>Calibri</vt:lpstr>
      <vt:lpstr>Microsoft YaHei</vt:lpstr>
      <vt:lpstr>Arial Unicode MS</vt:lpstr>
      <vt:lpstr>Eğitim sunusu</vt:lpstr>
      <vt:lpstr>Paralel Hesaplama</vt:lpstr>
      <vt:lpstr>PROCESS-THREAD KIYASLAMA</vt:lpstr>
      <vt:lpstr>PROCESS OLUŞTURMA</vt:lpstr>
      <vt:lpstr>PROCESS OLUŞTURMA</vt:lpstr>
      <vt:lpstr>PROCESS OLUŞTURMA</vt:lpstr>
      <vt:lpstr>PROCESS OLUŞTURMA</vt:lpstr>
      <vt:lpstr>PROCESS OLUŞTURMA</vt:lpstr>
      <vt:lpstr>THREADLER VE PROCESSLER ARASI İLETİŞİM</vt:lpstr>
      <vt:lpstr>THREADLER VE PROCESSLER ARASI İLETİŞİM</vt:lpstr>
      <vt:lpstr>THREADLER VE PROCESSLER ARASI İLETİŞİM</vt:lpstr>
      <vt:lpstr>NEDEN SENKRONİZASYONA İHTİYACIMIZ VAR?</vt:lpstr>
      <vt:lpstr>NEDEN SENKRONİZASYONA İHTİYACIMIZ VAR?</vt:lpstr>
      <vt:lpstr>NEDEN SENKRONİZASYONA İHTİYACIMIZ VAR?</vt:lpstr>
      <vt:lpstr>NEDEN SENKRONİZASYONA İHTİYACIMIZ VAR?</vt:lpstr>
      <vt:lpstr>MUTEX İLE SENKRONİZASYON</vt:lpstr>
      <vt:lpstr>Join Kullanımı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Ağ ve Bilişim Güvenliği</dc:title>
  <dc:creator>ZaferS</dc:creator>
  <cp:lastModifiedBy>Zafer</cp:lastModifiedBy>
  <cp:revision>343</cp:revision>
  <dcterms:created xsi:type="dcterms:W3CDTF">2023-12-09T09:03:00Z</dcterms:created>
  <dcterms:modified xsi:type="dcterms:W3CDTF">2025-11-02T19:50:02Z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CV">
    <vt:lpwstr>8B266AAF9F1A4D329DBAEE72C4401BCB_12</vt:lpwstr>
  </property>
  <property fmtid="{D5CDD505-2E9C-101B-9397-08002B2CF9AE}" pid="4" name="KSOProductBuildVer">
    <vt:lpwstr>1055-12.2.0.22549</vt:lpwstr>
  </property>
</Properties>
</file>